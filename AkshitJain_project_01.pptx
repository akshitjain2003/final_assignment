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8A86"/>
    <a:srgbClr val="BA3C30"/>
    <a:srgbClr val="CD3F34"/>
    <a:srgbClr val="8A0000"/>
    <a:srgbClr val="1632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#2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6E9A4D-3EFE-40BE-A43D-911134C7D28F}" type="doc">
      <dgm:prSet loTypeId="urn:microsoft.com/office/officeart/2024/layout/MeetTheTeam" loCatId="meettheteam" qsTypeId="urn:microsoft.com/office/officeart/2005/8/quickstyle/simple1#4" qsCatId="simple" csTypeId="urn:microsoft.com/office/officeart/2005/8/colors/accent1_1#2" csCatId="accent1" phldr="1"/>
      <dgm:spPr/>
      <dgm:t>
        <a:bodyPr/>
        <a:lstStyle/>
        <a:p>
          <a:endParaRPr lang="en-IN"/>
        </a:p>
      </dgm:t>
    </dgm:pt>
    <dgm:pt modelId="{37C3EFBE-D873-4F45-AACD-7274C490E5C0}">
      <dgm:prSet custT="1"/>
      <dgm:spPr/>
      <dgm:t>
        <a:bodyPr/>
        <a:lstStyle/>
        <a:p>
          <a:pPr>
            <a:defRPr b="1"/>
          </a:pPr>
          <a:r>
            <a:rPr lang="en-IN" sz="800" b="1" dirty="0"/>
            <a:t>Akshit Jain</a:t>
          </a:r>
          <a:endParaRPr lang="en-IN" sz="800" dirty="0"/>
        </a:p>
      </dgm:t>
    </dgm:pt>
    <dgm:pt modelId="{9FD2487C-DB92-4CBE-A856-01DAFB73217E}" type="parTrans" cxnId="{53B3FCF0-1C59-47A8-BBDD-715929A2D65B}">
      <dgm:prSet/>
      <dgm:spPr/>
      <dgm:t>
        <a:bodyPr/>
        <a:lstStyle/>
        <a:p>
          <a:endParaRPr lang="en-IN"/>
        </a:p>
      </dgm:t>
    </dgm:pt>
    <dgm:pt modelId="{B0C131A4-9447-4304-8F13-F20E0D2E4AD1}" type="sibTrans" cxnId="{53B3FCF0-1C59-47A8-BBDD-715929A2D65B}">
      <dgm:prSet/>
      <dgm:spPr/>
      <dgm:t>
        <a:bodyPr/>
        <a:lstStyle/>
        <a:p>
          <a:endParaRPr lang="en-IN"/>
        </a:p>
      </dgm:t>
    </dgm:pt>
    <dgm:pt modelId="{5F13FD40-BBD6-4C08-8947-EE6C2A0E3ED7}">
      <dgm:prSet custT="1"/>
      <dgm:spPr/>
      <dgm:t>
        <a:bodyPr/>
        <a:lstStyle/>
        <a:p>
          <a:pPr>
            <a:defRPr b="1"/>
          </a:pPr>
          <a:r>
            <a:rPr lang="en-IN" sz="800" b="1" dirty="0"/>
            <a:t>Ajatshatru Singh Jodha</a:t>
          </a:r>
          <a:endParaRPr lang="en-IN" sz="800" dirty="0"/>
        </a:p>
      </dgm:t>
    </dgm:pt>
    <dgm:pt modelId="{CEA68BF2-E7DF-484B-90BB-1F9A4CE5F41B}" type="parTrans" cxnId="{24367CB6-2670-442E-8459-A57BBAE9A5DE}">
      <dgm:prSet/>
      <dgm:spPr/>
      <dgm:t>
        <a:bodyPr/>
        <a:lstStyle/>
        <a:p>
          <a:endParaRPr lang="en-IN"/>
        </a:p>
      </dgm:t>
    </dgm:pt>
    <dgm:pt modelId="{99F58700-F99F-4FE4-99FA-0E3F01D75A12}" type="sibTrans" cxnId="{24367CB6-2670-442E-8459-A57BBAE9A5DE}">
      <dgm:prSet/>
      <dgm:spPr/>
      <dgm:t>
        <a:bodyPr/>
        <a:lstStyle/>
        <a:p>
          <a:endParaRPr lang="en-IN"/>
        </a:p>
      </dgm:t>
    </dgm:pt>
    <dgm:pt modelId="{FA1B24EF-0061-4B70-B5B5-FA059F6004F0}">
      <dgm:prSet custT="1"/>
      <dgm:spPr/>
      <dgm:t>
        <a:bodyPr/>
        <a:lstStyle/>
        <a:p>
          <a:pPr>
            <a:defRPr b="1"/>
          </a:pPr>
          <a:r>
            <a:rPr lang="en-IN" sz="800" b="1" dirty="0"/>
            <a:t>Ayush Rai</a:t>
          </a:r>
          <a:endParaRPr lang="en-IN" sz="800" dirty="0"/>
        </a:p>
      </dgm:t>
    </dgm:pt>
    <dgm:pt modelId="{447389B0-E059-4EA1-91FB-A238BF12FE0D}" type="parTrans" cxnId="{E63750DD-F1AB-4D6C-B135-119C90FB9336}">
      <dgm:prSet/>
      <dgm:spPr/>
      <dgm:t>
        <a:bodyPr/>
        <a:lstStyle/>
        <a:p>
          <a:endParaRPr lang="en-IN"/>
        </a:p>
      </dgm:t>
    </dgm:pt>
    <dgm:pt modelId="{6EF5505B-597C-4D6A-BF03-EA532BC74C76}" type="sibTrans" cxnId="{E63750DD-F1AB-4D6C-B135-119C90FB9336}">
      <dgm:prSet/>
      <dgm:spPr/>
      <dgm:t>
        <a:bodyPr/>
        <a:lstStyle/>
        <a:p>
          <a:endParaRPr lang="en-IN"/>
        </a:p>
      </dgm:t>
    </dgm:pt>
    <dgm:pt modelId="{6B088CDE-A8B0-48DC-923B-7B7F3CAB4B6A}">
      <dgm:prSet custT="1"/>
      <dgm:spPr/>
      <dgm:t>
        <a:bodyPr/>
        <a:lstStyle/>
        <a:p>
          <a:pPr>
            <a:defRPr b="1"/>
          </a:pPr>
          <a:r>
            <a:rPr lang="en-IN" sz="800" b="1" dirty="0"/>
            <a:t>Aditya Pinjare</a:t>
          </a:r>
          <a:endParaRPr lang="en-IN" sz="800" dirty="0"/>
        </a:p>
      </dgm:t>
    </dgm:pt>
    <dgm:pt modelId="{C82811EA-CA11-441F-9054-C88538787D56}" type="parTrans" cxnId="{D924478B-1C45-4D05-8462-75F00AB926EF}">
      <dgm:prSet/>
      <dgm:spPr/>
      <dgm:t>
        <a:bodyPr/>
        <a:lstStyle/>
        <a:p>
          <a:endParaRPr lang="en-IN"/>
        </a:p>
      </dgm:t>
    </dgm:pt>
    <dgm:pt modelId="{8FE3FF84-DC26-4857-AEDB-1551C6822FD2}" type="sibTrans" cxnId="{D924478B-1C45-4D05-8462-75F00AB926EF}">
      <dgm:prSet/>
      <dgm:spPr/>
      <dgm:t>
        <a:bodyPr/>
        <a:lstStyle/>
        <a:p>
          <a:endParaRPr lang="en-IN"/>
        </a:p>
      </dgm:t>
    </dgm:pt>
    <dgm:pt modelId="{F50E9D6E-D06F-462F-AEE6-F13C5D3DE882}">
      <dgm:prSet custT="1"/>
      <dgm:spPr/>
      <dgm:t>
        <a:bodyPr/>
        <a:lstStyle/>
        <a:p>
          <a:pPr>
            <a:defRPr b="1"/>
          </a:pPr>
          <a:r>
            <a:rPr lang="en-IN" sz="800" b="1" dirty="0"/>
            <a:t>Anshu Ranjan Maurya</a:t>
          </a:r>
          <a:endParaRPr lang="en-IN" sz="800" dirty="0"/>
        </a:p>
      </dgm:t>
    </dgm:pt>
    <dgm:pt modelId="{765015B3-000E-4E84-A9E5-624261ACE779}" type="sibTrans" cxnId="{7C6FEE8E-7B13-4796-AD55-D6A5ECC5CFBF}">
      <dgm:prSet/>
      <dgm:spPr/>
      <dgm:t>
        <a:bodyPr/>
        <a:lstStyle/>
        <a:p>
          <a:endParaRPr lang="en-IN"/>
        </a:p>
      </dgm:t>
    </dgm:pt>
    <dgm:pt modelId="{C6B2D4E4-DF9D-45B1-BBDF-C1B318B77A6C}" type="parTrans" cxnId="{7C6FEE8E-7B13-4796-AD55-D6A5ECC5CFBF}">
      <dgm:prSet/>
      <dgm:spPr/>
      <dgm:t>
        <a:bodyPr/>
        <a:lstStyle/>
        <a:p>
          <a:endParaRPr lang="en-IN"/>
        </a:p>
      </dgm:t>
    </dgm:pt>
    <dgm:pt modelId="{FE70B0ED-5557-4A8F-9897-D59F6FBF9C0E}" type="pres">
      <dgm:prSet presAssocID="{9A6E9A4D-3EFE-40BE-A43D-911134C7D28F}" presName="root" presStyleCnt="0">
        <dgm:presLayoutVars>
          <dgm:dir/>
          <dgm:resizeHandles val="exact"/>
        </dgm:presLayoutVars>
      </dgm:prSet>
      <dgm:spPr/>
    </dgm:pt>
    <dgm:pt modelId="{FBB4F714-BA65-43BE-BB4C-EF296ABB8B96}" type="pres">
      <dgm:prSet presAssocID="{37C3EFBE-D873-4F45-AACD-7274C490E5C0}" presName="compNode" presStyleCnt="0"/>
      <dgm:spPr/>
    </dgm:pt>
    <dgm:pt modelId="{CDA790EF-4B9B-465D-8D5C-0B78A04D4060}" type="pres">
      <dgm:prSet presAssocID="{37C3EFBE-D873-4F45-AACD-7274C490E5C0}" presName="photoCircle" presStyleLbl="fgImgPlace1" presStyleIdx="0" presStyleCnt="5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C263D24C-7292-4289-AFEF-788CE1FE40E6}" type="pres">
      <dgm:prSet presAssocID="{37C3EFBE-D873-4F45-AACD-7274C490E5C0}" presName="spacer" presStyleCnt="0"/>
      <dgm:spPr/>
    </dgm:pt>
    <dgm:pt modelId="{3642A256-083C-43FE-911A-3E96850D1720}" type="pres">
      <dgm:prSet presAssocID="{37C3EFBE-D873-4F45-AACD-7274C490E5C0}" presName="nameText" presStyleLbl="revTx" presStyleIdx="0" presStyleCnt="10">
        <dgm:presLayoutVars>
          <dgm:chMax val="1"/>
          <dgm:chPref val="1"/>
        </dgm:presLayoutVars>
      </dgm:prSet>
      <dgm:spPr/>
    </dgm:pt>
    <dgm:pt modelId="{02B0868B-229F-4856-AF9D-490EF4C6D503}" type="pres">
      <dgm:prSet presAssocID="{37C3EFBE-D873-4F45-AACD-7274C490E5C0}" presName="roleText" presStyleLbl="revTx" presStyleIdx="1" presStyleCnt="10">
        <dgm:presLayoutVars>
          <dgm:chMax val="0"/>
        </dgm:presLayoutVars>
      </dgm:prSet>
      <dgm:spPr/>
    </dgm:pt>
    <dgm:pt modelId="{BCD15B94-9A2B-4ED2-980E-EDDE916B8784}" type="pres">
      <dgm:prSet presAssocID="{B0C131A4-9447-4304-8F13-F20E0D2E4AD1}" presName="sibTrans" presStyleCnt="0"/>
      <dgm:spPr/>
    </dgm:pt>
    <dgm:pt modelId="{5595685C-7347-4FAA-9D37-2C1571B4238A}" type="pres">
      <dgm:prSet presAssocID="{F50E9D6E-D06F-462F-AEE6-F13C5D3DE882}" presName="compNode" presStyleCnt="0"/>
      <dgm:spPr/>
    </dgm:pt>
    <dgm:pt modelId="{05ABA759-2555-4AC2-A37F-AEA471E45202}" type="pres">
      <dgm:prSet presAssocID="{F50E9D6E-D06F-462F-AEE6-F13C5D3DE882}" presName="photoCircle" presStyleLbl="fgImgPlace1" presStyleIdx="1" presStyleCnt="5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19EBE2C2-82D4-4C1F-ADA1-2E7CF00EA3A5}" type="pres">
      <dgm:prSet presAssocID="{F50E9D6E-D06F-462F-AEE6-F13C5D3DE882}" presName="spacer" presStyleCnt="0"/>
      <dgm:spPr/>
    </dgm:pt>
    <dgm:pt modelId="{7441BF07-BDE5-4476-9F2C-ED1B64F4740E}" type="pres">
      <dgm:prSet presAssocID="{F50E9D6E-D06F-462F-AEE6-F13C5D3DE882}" presName="nameText" presStyleLbl="revTx" presStyleIdx="2" presStyleCnt="10">
        <dgm:presLayoutVars>
          <dgm:chMax val="1"/>
          <dgm:chPref val="1"/>
        </dgm:presLayoutVars>
      </dgm:prSet>
      <dgm:spPr/>
    </dgm:pt>
    <dgm:pt modelId="{508B526F-52AA-4D74-97DB-38BE519C2725}" type="pres">
      <dgm:prSet presAssocID="{F50E9D6E-D06F-462F-AEE6-F13C5D3DE882}" presName="roleText" presStyleLbl="revTx" presStyleIdx="3" presStyleCnt="10">
        <dgm:presLayoutVars>
          <dgm:chMax val="0"/>
        </dgm:presLayoutVars>
      </dgm:prSet>
      <dgm:spPr/>
    </dgm:pt>
    <dgm:pt modelId="{06751B93-0F87-412B-8EDC-11DCD84385EB}" type="pres">
      <dgm:prSet presAssocID="{765015B3-000E-4E84-A9E5-624261ACE779}" presName="sibTrans" presStyleCnt="0"/>
      <dgm:spPr/>
    </dgm:pt>
    <dgm:pt modelId="{F58BB401-E646-4C34-8754-982E505350E0}" type="pres">
      <dgm:prSet presAssocID="{5F13FD40-BBD6-4C08-8947-EE6C2A0E3ED7}" presName="compNode" presStyleCnt="0"/>
      <dgm:spPr/>
    </dgm:pt>
    <dgm:pt modelId="{D35B7363-1F5F-467D-B1E2-760B7E8A0C19}" type="pres">
      <dgm:prSet presAssocID="{5F13FD40-BBD6-4C08-8947-EE6C2A0E3ED7}" presName="photoCircle" presStyleLbl="fgImgPlace1" presStyleIdx="2" presStyleCnt="5"/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1207"/>
          </a:stretch>
        </a:blipFill>
      </dgm:spPr>
    </dgm:pt>
    <dgm:pt modelId="{4BC2DB97-92E5-415C-8A54-80B5E01FB82A}" type="pres">
      <dgm:prSet presAssocID="{5F13FD40-BBD6-4C08-8947-EE6C2A0E3ED7}" presName="spacer" presStyleCnt="0"/>
      <dgm:spPr/>
    </dgm:pt>
    <dgm:pt modelId="{BF687E7D-BDBD-4FB3-A6BD-6E50DB775D87}" type="pres">
      <dgm:prSet presAssocID="{5F13FD40-BBD6-4C08-8947-EE6C2A0E3ED7}" presName="nameText" presStyleLbl="revTx" presStyleIdx="4" presStyleCnt="10">
        <dgm:presLayoutVars>
          <dgm:chMax val="1"/>
          <dgm:chPref val="1"/>
        </dgm:presLayoutVars>
      </dgm:prSet>
      <dgm:spPr/>
    </dgm:pt>
    <dgm:pt modelId="{BD675D7E-927A-4026-BF62-5484303EB293}" type="pres">
      <dgm:prSet presAssocID="{5F13FD40-BBD6-4C08-8947-EE6C2A0E3ED7}" presName="roleText" presStyleLbl="revTx" presStyleIdx="5" presStyleCnt="10">
        <dgm:presLayoutVars>
          <dgm:chMax val="0"/>
        </dgm:presLayoutVars>
      </dgm:prSet>
      <dgm:spPr/>
    </dgm:pt>
    <dgm:pt modelId="{AC41A28E-786D-4A5B-9946-B86C633842CF}" type="pres">
      <dgm:prSet presAssocID="{99F58700-F99F-4FE4-99FA-0E3F01D75A12}" presName="sibTrans" presStyleCnt="0"/>
      <dgm:spPr/>
    </dgm:pt>
    <dgm:pt modelId="{2BEF676B-3D5E-485D-9715-B681AD544A78}" type="pres">
      <dgm:prSet presAssocID="{FA1B24EF-0061-4B70-B5B5-FA059F6004F0}" presName="compNode" presStyleCnt="0"/>
      <dgm:spPr/>
    </dgm:pt>
    <dgm:pt modelId="{1033518B-275D-4859-9E28-08EA96760FE8}" type="pres">
      <dgm:prSet presAssocID="{FA1B24EF-0061-4B70-B5B5-FA059F6004F0}" presName="photoCircle" presStyleLbl="fgImgPlace1" presStyleIdx="3" presStyleCnt="5"/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1207"/>
          </a:stretch>
        </a:blipFill>
      </dgm:spPr>
    </dgm:pt>
    <dgm:pt modelId="{C0EB900C-2A06-4BC6-AE82-D3AC12169FA5}" type="pres">
      <dgm:prSet presAssocID="{FA1B24EF-0061-4B70-B5B5-FA059F6004F0}" presName="spacer" presStyleCnt="0"/>
      <dgm:spPr/>
    </dgm:pt>
    <dgm:pt modelId="{4E5AC119-0ECB-443E-B0BA-029D33FD8770}" type="pres">
      <dgm:prSet presAssocID="{FA1B24EF-0061-4B70-B5B5-FA059F6004F0}" presName="nameText" presStyleLbl="revTx" presStyleIdx="6" presStyleCnt="10">
        <dgm:presLayoutVars>
          <dgm:chMax val="1"/>
          <dgm:chPref val="1"/>
        </dgm:presLayoutVars>
      </dgm:prSet>
      <dgm:spPr/>
    </dgm:pt>
    <dgm:pt modelId="{603C216C-A98F-429C-B617-1ADB08B0A9D2}" type="pres">
      <dgm:prSet presAssocID="{FA1B24EF-0061-4B70-B5B5-FA059F6004F0}" presName="roleText" presStyleLbl="revTx" presStyleIdx="7" presStyleCnt="10">
        <dgm:presLayoutVars>
          <dgm:chMax val="0"/>
        </dgm:presLayoutVars>
      </dgm:prSet>
      <dgm:spPr/>
    </dgm:pt>
    <dgm:pt modelId="{26E2D8F5-EEBE-47B8-AC84-2FCD60C57F08}" type="pres">
      <dgm:prSet presAssocID="{6EF5505B-597C-4D6A-BF03-EA532BC74C76}" presName="sibTrans" presStyleCnt="0"/>
      <dgm:spPr/>
    </dgm:pt>
    <dgm:pt modelId="{398FEC72-3400-4A74-8AA5-0FD3AB63FC5F}" type="pres">
      <dgm:prSet presAssocID="{6B088CDE-A8B0-48DC-923B-7B7F3CAB4B6A}" presName="compNode" presStyleCnt="0"/>
      <dgm:spPr/>
    </dgm:pt>
    <dgm:pt modelId="{A2E98F80-E354-4211-B148-6DCEB0EB7609}" type="pres">
      <dgm:prSet presAssocID="{6B088CDE-A8B0-48DC-923B-7B7F3CAB4B6A}" presName="photoCircle" presStyleLbl="fgImgPlace1" presStyleIdx="4" presStyleCnt="5"/>
      <dgm:spPr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D2548035-4C3D-4FDF-ABEF-F97B99CA7E8C}" type="pres">
      <dgm:prSet presAssocID="{6B088CDE-A8B0-48DC-923B-7B7F3CAB4B6A}" presName="spacer" presStyleCnt="0"/>
      <dgm:spPr/>
    </dgm:pt>
    <dgm:pt modelId="{CC58DC44-B047-44C7-B796-0CCDBE8A208F}" type="pres">
      <dgm:prSet presAssocID="{6B088CDE-A8B0-48DC-923B-7B7F3CAB4B6A}" presName="nameText" presStyleLbl="revTx" presStyleIdx="8" presStyleCnt="10">
        <dgm:presLayoutVars>
          <dgm:chMax val="1"/>
          <dgm:chPref val="1"/>
        </dgm:presLayoutVars>
      </dgm:prSet>
      <dgm:spPr/>
    </dgm:pt>
    <dgm:pt modelId="{6DA81FE4-4881-49EB-B08C-81D1A2DE003D}" type="pres">
      <dgm:prSet presAssocID="{6B088CDE-A8B0-48DC-923B-7B7F3CAB4B6A}" presName="roleText" presStyleLbl="revTx" presStyleIdx="9" presStyleCnt="10">
        <dgm:presLayoutVars>
          <dgm:chMax val="0"/>
        </dgm:presLayoutVars>
      </dgm:prSet>
      <dgm:spPr/>
    </dgm:pt>
  </dgm:ptLst>
  <dgm:cxnLst>
    <dgm:cxn modelId="{DE3E2006-59E2-4632-B955-91921279A964}" type="presOf" srcId="{F50E9D6E-D06F-462F-AEE6-F13C5D3DE882}" destId="{7441BF07-BDE5-4476-9F2C-ED1B64F4740E}" srcOrd="0" destOrd="0" presId="urn:microsoft.com/office/officeart/2024/layout/MeetTheTeam"/>
    <dgm:cxn modelId="{DC9B4F0B-8AB6-4178-A659-BF1E1B7E3ACC}" type="presOf" srcId="{6B088CDE-A8B0-48DC-923B-7B7F3CAB4B6A}" destId="{CC58DC44-B047-44C7-B796-0CCDBE8A208F}" srcOrd="0" destOrd="0" presId="urn:microsoft.com/office/officeart/2024/layout/MeetTheTeam"/>
    <dgm:cxn modelId="{8A52D81D-757C-430A-944E-8653D02CD6F5}" type="presOf" srcId="{9A6E9A4D-3EFE-40BE-A43D-911134C7D28F}" destId="{FE70B0ED-5557-4A8F-9897-D59F6FBF9C0E}" srcOrd="0" destOrd="0" presId="urn:microsoft.com/office/officeart/2024/layout/MeetTheTeam"/>
    <dgm:cxn modelId="{D924478B-1C45-4D05-8462-75F00AB926EF}" srcId="{9A6E9A4D-3EFE-40BE-A43D-911134C7D28F}" destId="{6B088CDE-A8B0-48DC-923B-7B7F3CAB4B6A}" srcOrd="4" destOrd="0" parTransId="{C82811EA-CA11-441F-9054-C88538787D56}" sibTransId="{8FE3FF84-DC26-4857-AEDB-1551C6822FD2}"/>
    <dgm:cxn modelId="{7C6FEE8E-7B13-4796-AD55-D6A5ECC5CFBF}" srcId="{9A6E9A4D-3EFE-40BE-A43D-911134C7D28F}" destId="{F50E9D6E-D06F-462F-AEE6-F13C5D3DE882}" srcOrd="1" destOrd="0" parTransId="{C6B2D4E4-DF9D-45B1-BBDF-C1B318B77A6C}" sibTransId="{765015B3-000E-4E84-A9E5-624261ACE779}"/>
    <dgm:cxn modelId="{875F6F9B-701B-4447-98BE-EB035DF9E762}" type="presOf" srcId="{FA1B24EF-0061-4B70-B5B5-FA059F6004F0}" destId="{4E5AC119-0ECB-443E-B0BA-029D33FD8770}" srcOrd="0" destOrd="0" presId="urn:microsoft.com/office/officeart/2024/layout/MeetTheTeam"/>
    <dgm:cxn modelId="{297CB7A7-B212-49E0-AF38-4F0098FA7F02}" type="presOf" srcId="{37C3EFBE-D873-4F45-AACD-7274C490E5C0}" destId="{3642A256-083C-43FE-911A-3E96850D1720}" srcOrd="0" destOrd="0" presId="urn:microsoft.com/office/officeart/2024/layout/MeetTheTeam"/>
    <dgm:cxn modelId="{24367CB6-2670-442E-8459-A57BBAE9A5DE}" srcId="{9A6E9A4D-3EFE-40BE-A43D-911134C7D28F}" destId="{5F13FD40-BBD6-4C08-8947-EE6C2A0E3ED7}" srcOrd="2" destOrd="0" parTransId="{CEA68BF2-E7DF-484B-90BB-1F9A4CE5F41B}" sibTransId="{99F58700-F99F-4FE4-99FA-0E3F01D75A12}"/>
    <dgm:cxn modelId="{E63750DD-F1AB-4D6C-B135-119C90FB9336}" srcId="{9A6E9A4D-3EFE-40BE-A43D-911134C7D28F}" destId="{FA1B24EF-0061-4B70-B5B5-FA059F6004F0}" srcOrd="3" destOrd="0" parTransId="{447389B0-E059-4EA1-91FB-A238BF12FE0D}" sibTransId="{6EF5505B-597C-4D6A-BF03-EA532BC74C76}"/>
    <dgm:cxn modelId="{7D8214E1-2C33-4A28-8AF0-76AD499566BE}" type="presOf" srcId="{5F13FD40-BBD6-4C08-8947-EE6C2A0E3ED7}" destId="{BF687E7D-BDBD-4FB3-A6BD-6E50DB775D87}" srcOrd="0" destOrd="0" presId="urn:microsoft.com/office/officeart/2024/layout/MeetTheTeam"/>
    <dgm:cxn modelId="{53B3FCF0-1C59-47A8-BBDD-715929A2D65B}" srcId="{9A6E9A4D-3EFE-40BE-A43D-911134C7D28F}" destId="{37C3EFBE-D873-4F45-AACD-7274C490E5C0}" srcOrd="0" destOrd="0" parTransId="{9FD2487C-DB92-4CBE-A856-01DAFB73217E}" sibTransId="{B0C131A4-9447-4304-8F13-F20E0D2E4AD1}"/>
    <dgm:cxn modelId="{0649EBCB-F73E-44AC-86DB-E1DACDE8CCD4}" type="presParOf" srcId="{FE70B0ED-5557-4A8F-9897-D59F6FBF9C0E}" destId="{FBB4F714-BA65-43BE-BB4C-EF296ABB8B96}" srcOrd="0" destOrd="0" presId="urn:microsoft.com/office/officeart/2024/layout/MeetTheTeam"/>
    <dgm:cxn modelId="{A5BBED44-A51D-4300-963F-AB4CC100F82F}" type="presParOf" srcId="{FBB4F714-BA65-43BE-BB4C-EF296ABB8B96}" destId="{CDA790EF-4B9B-465D-8D5C-0B78A04D4060}" srcOrd="0" destOrd="0" presId="urn:microsoft.com/office/officeart/2024/layout/MeetTheTeam"/>
    <dgm:cxn modelId="{7396B50E-9BCE-4EEA-8E3E-0E79BC1566C3}" type="presParOf" srcId="{FBB4F714-BA65-43BE-BB4C-EF296ABB8B96}" destId="{C263D24C-7292-4289-AFEF-788CE1FE40E6}" srcOrd="1" destOrd="0" presId="urn:microsoft.com/office/officeart/2024/layout/MeetTheTeam"/>
    <dgm:cxn modelId="{1EF085E0-6822-4AA0-A3AA-B344CE2BE2AB}" type="presParOf" srcId="{FBB4F714-BA65-43BE-BB4C-EF296ABB8B96}" destId="{3642A256-083C-43FE-911A-3E96850D1720}" srcOrd="2" destOrd="0" presId="urn:microsoft.com/office/officeart/2024/layout/MeetTheTeam"/>
    <dgm:cxn modelId="{A2DE591D-BF43-40BC-97A1-8DDE6D232E99}" type="presParOf" srcId="{FBB4F714-BA65-43BE-BB4C-EF296ABB8B96}" destId="{02B0868B-229F-4856-AF9D-490EF4C6D503}" srcOrd="3" destOrd="0" presId="urn:microsoft.com/office/officeart/2024/layout/MeetTheTeam"/>
    <dgm:cxn modelId="{E1D8EB2B-BDF2-4849-ADB3-47A1573090C7}" type="presParOf" srcId="{FE70B0ED-5557-4A8F-9897-D59F6FBF9C0E}" destId="{BCD15B94-9A2B-4ED2-980E-EDDE916B8784}" srcOrd="1" destOrd="0" presId="urn:microsoft.com/office/officeart/2024/layout/MeetTheTeam"/>
    <dgm:cxn modelId="{FDDB5B67-54DF-4FA6-98C1-0ED2145E6967}" type="presParOf" srcId="{FE70B0ED-5557-4A8F-9897-D59F6FBF9C0E}" destId="{5595685C-7347-4FAA-9D37-2C1571B4238A}" srcOrd="2" destOrd="0" presId="urn:microsoft.com/office/officeart/2024/layout/MeetTheTeam"/>
    <dgm:cxn modelId="{84EA1C8A-77B9-48C7-9FD0-D03E155BBC36}" type="presParOf" srcId="{5595685C-7347-4FAA-9D37-2C1571B4238A}" destId="{05ABA759-2555-4AC2-A37F-AEA471E45202}" srcOrd="0" destOrd="0" presId="urn:microsoft.com/office/officeart/2024/layout/MeetTheTeam"/>
    <dgm:cxn modelId="{A2E26245-831A-41BF-BE0D-6D1C0B879CA5}" type="presParOf" srcId="{5595685C-7347-4FAA-9D37-2C1571B4238A}" destId="{19EBE2C2-82D4-4C1F-ADA1-2E7CF00EA3A5}" srcOrd="1" destOrd="0" presId="urn:microsoft.com/office/officeart/2024/layout/MeetTheTeam"/>
    <dgm:cxn modelId="{7E772AD1-432A-44A4-A0E0-0C6B4223A588}" type="presParOf" srcId="{5595685C-7347-4FAA-9D37-2C1571B4238A}" destId="{7441BF07-BDE5-4476-9F2C-ED1B64F4740E}" srcOrd="2" destOrd="0" presId="urn:microsoft.com/office/officeart/2024/layout/MeetTheTeam"/>
    <dgm:cxn modelId="{37B6CFEF-6ECD-4809-9619-D2FA400CC3D7}" type="presParOf" srcId="{5595685C-7347-4FAA-9D37-2C1571B4238A}" destId="{508B526F-52AA-4D74-97DB-38BE519C2725}" srcOrd="3" destOrd="0" presId="urn:microsoft.com/office/officeart/2024/layout/MeetTheTeam"/>
    <dgm:cxn modelId="{8E0C152F-9F9E-4062-8D09-ED9122EBF221}" type="presParOf" srcId="{FE70B0ED-5557-4A8F-9897-D59F6FBF9C0E}" destId="{06751B93-0F87-412B-8EDC-11DCD84385EB}" srcOrd="3" destOrd="0" presId="urn:microsoft.com/office/officeart/2024/layout/MeetTheTeam"/>
    <dgm:cxn modelId="{0AEAA61F-C61E-4B71-817C-92A2218067FC}" type="presParOf" srcId="{FE70B0ED-5557-4A8F-9897-D59F6FBF9C0E}" destId="{F58BB401-E646-4C34-8754-982E505350E0}" srcOrd="4" destOrd="0" presId="urn:microsoft.com/office/officeart/2024/layout/MeetTheTeam"/>
    <dgm:cxn modelId="{E4E47D35-722C-4363-8FD5-00D4945A9658}" type="presParOf" srcId="{F58BB401-E646-4C34-8754-982E505350E0}" destId="{D35B7363-1F5F-467D-B1E2-760B7E8A0C19}" srcOrd="0" destOrd="0" presId="urn:microsoft.com/office/officeart/2024/layout/MeetTheTeam"/>
    <dgm:cxn modelId="{F3E82C07-EE70-419D-8CD8-29F3ED80DCCD}" type="presParOf" srcId="{F58BB401-E646-4C34-8754-982E505350E0}" destId="{4BC2DB97-92E5-415C-8A54-80B5E01FB82A}" srcOrd="1" destOrd="0" presId="urn:microsoft.com/office/officeart/2024/layout/MeetTheTeam"/>
    <dgm:cxn modelId="{8156584F-F75F-4A48-A236-5697CD1AC119}" type="presParOf" srcId="{F58BB401-E646-4C34-8754-982E505350E0}" destId="{BF687E7D-BDBD-4FB3-A6BD-6E50DB775D87}" srcOrd="2" destOrd="0" presId="urn:microsoft.com/office/officeart/2024/layout/MeetTheTeam"/>
    <dgm:cxn modelId="{3A9FEFB4-5311-4361-AFE0-EB5A3F6B79C4}" type="presParOf" srcId="{F58BB401-E646-4C34-8754-982E505350E0}" destId="{BD675D7E-927A-4026-BF62-5484303EB293}" srcOrd="3" destOrd="0" presId="urn:microsoft.com/office/officeart/2024/layout/MeetTheTeam"/>
    <dgm:cxn modelId="{83DE7ACC-F35B-4E51-AE05-C90C69A4F9C8}" type="presParOf" srcId="{FE70B0ED-5557-4A8F-9897-D59F6FBF9C0E}" destId="{AC41A28E-786D-4A5B-9946-B86C633842CF}" srcOrd="5" destOrd="0" presId="urn:microsoft.com/office/officeart/2024/layout/MeetTheTeam"/>
    <dgm:cxn modelId="{BA6F73A5-175D-4496-AA26-66C95F864EC8}" type="presParOf" srcId="{FE70B0ED-5557-4A8F-9897-D59F6FBF9C0E}" destId="{2BEF676B-3D5E-485D-9715-B681AD544A78}" srcOrd="6" destOrd="0" presId="urn:microsoft.com/office/officeart/2024/layout/MeetTheTeam"/>
    <dgm:cxn modelId="{6B8B25EF-4017-49AE-A5C6-868371C2A399}" type="presParOf" srcId="{2BEF676B-3D5E-485D-9715-B681AD544A78}" destId="{1033518B-275D-4859-9E28-08EA96760FE8}" srcOrd="0" destOrd="0" presId="urn:microsoft.com/office/officeart/2024/layout/MeetTheTeam"/>
    <dgm:cxn modelId="{B2200C1D-5E22-459E-A74F-7306C2627308}" type="presParOf" srcId="{2BEF676B-3D5E-485D-9715-B681AD544A78}" destId="{C0EB900C-2A06-4BC6-AE82-D3AC12169FA5}" srcOrd="1" destOrd="0" presId="urn:microsoft.com/office/officeart/2024/layout/MeetTheTeam"/>
    <dgm:cxn modelId="{D809CC17-B841-4A2E-A452-3B90C02BE052}" type="presParOf" srcId="{2BEF676B-3D5E-485D-9715-B681AD544A78}" destId="{4E5AC119-0ECB-443E-B0BA-029D33FD8770}" srcOrd="2" destOrd="0" presId="urn:microsoft.com/office/officeart/2024/layout/MeetTheTeam"/>
    <dgm:cxn modelId="{CC6444F4-5361-4BD4-8C4D-D2C029699C2C}" type="presParOf" srcId="{2BEF676B-3D5E-485D-9715-B681AD544A78}" destId="{603C216C-A98F-429C-B617-1ADB08B0A9D2}" srcOrd="3" destOrd="0" presId="urn:microsoft.com/office/officeart/2024/layout/MeetTheTeam"/>
    <dgm:cxn modelId="{D959A0BE-D1B4-4A11-9797-A0A87C701232}" type="presParOf" srcId="{FE70B0ED-5557-4A8F-9897-D59F6FBF9C0E}" destId="{26E2D8F5-EEBE-47B8-AC84-2FCD60C57F08}" srcOrd="7" destOrd="0" presId="urn:microsoft.com/office/officeart/2024/layout/MeetTheTeam"/>
    <dgm:cxn modelId="{23425E89-C246-4C73-A3D5-1E5348940C6E}" type="presParOf" srcId="{FE70B0ED-5557-4A8F-9897-D59F6FBF9C0E}" destId="{398FEC72-3400-4A74-8AA5-0FD3AB63FC5F}" srcOrd="8" destOrd="0" presId="urn:microsoft.com/office/officeart/2024/layout/MeetTheTeam"/>
    <dgm:cxn modelId="{754A59A2-CF8A-40F6-BDEE-1EEBEA661991}" type="presParOf" srcId="{398FEC72-3400-4A74-8AA5-0FD3AB63FC5F}" destId="{A2E98F80-E354-4211-B148-6DCEB0EB7609}" srcOrd="0" destOrd="0" presId="urn:microsoft.com/office/officeart/2024/layout/MeetTheTeam"/>
    <dgm:cxn modelId="{0362C7A4-761C-4975-9E25-1012C97D2397}" type="presParOf" srcId="{398FEC72-3400-4A74-8AA5-0FD3AB63FC5F}" destId="{D2548035-4C3D-4FDF-ABEF-F97B99CA7E8C}" srcOrd="1" destOrd="0" presId="urn:microsoft.com/office/officeart/2024/layout/MeetTheTeam"/>
    <dgm:cxn modelId="{3472A239-81BD-4667-883C-E1A58C7890DF}" type="presParOf" srcId="{398FEC72-3400-4A74-8AA5-0FD3AB63FC5F}" destId="{CC58DC44-B047-44C7-B796-0CCDBE8A208F}" srcOrd="2" destOrd="0" presId="urn:microsoft.com/office/officeart/2024/layout/MeetTheTeam"/>
    <dgm:cxn modelId="{0DF935FF-DDAF-454C-9AF8-193B1EBA3BBB}" type="presParOf" srcId="{398FEC72-3400-4A74-8AA5-0FD3AB63FC5F}" destId="{6DA81FE4-4881-49EB-B08C-81D1A2DE003D}" srcOrd="3" destOrd="0" presId="urn:microsoft.com/office/officeart/2024/layout/MeetTheTeam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BCDBC8-F8F9-48F7-8F21-5BF86BBA5965}" type="doc">
      <dgm:prSet loTypeId="urn:microsoft.com/office/officeart/2005/8/layout/process1" loCatId="process" qsTypeId="urn:microsoft.com/office/officeart/2005/8/quickstyle/simple1#5" qsCatId="simple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EA02C5D-69C4-4CE4-A7C6-81184FA8CD5B}">
      <dgm:prSet phldrT="[Text]" phldr="0"/>
      <dgm:spPr/>
      <dgm:t>
        <a:bodyPr/>
        <a:lstStyle/>
        <a:p>
          <a:r>
            <a:rPr lang="en-IN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Collect Data</a:t>
          </a:r>
        </a:p>
      </dgm:t>
    </dgm:pt>
    <dgm:pt modelId="{6F83246E-38A6-48AE-BD85-3B1F81A3592D}" type="parTrans" cxnId="{DC7B4398-5C27-4EFB-8338-ADE9ECFFC209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78F61BF-9DAA-4C88-B4B9-DE563550BF63}" type="sibTrans" cxnId="{DC7B4398-5C27-4EFB-8338-ADE9ECFFC209}">
      <dgm:prSet/>
      <dgm:spPr/>
      <dgm:t>
        <a:bodyPr/>
        <a:lstStyle/>
        <a:p>
          <a:endParaRPr lang="en-IN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5225D55-9F10-4CFF-8472-2A0741302666}">
      <dgm:prSet phldrT="[Text]" phldr="0"/>
      <dgm:spPr/>
      <dgm:t>
        <a:bodyPr/>
        <a:lstStyle/>
        <a:p>
          <a:r>
            <a:rPr lang="en-IN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Predict</a:t>
          </a:r>
        </a:p>
      </dgm:t>
    </dgm:pt>
    <dgm:pt modelId="{C59CE2EF-C100-4A80-B0EF-F59791F98684}" type="parTrans" cxnId="{07D8B383-4D00-435E-9BA5-A41FA1DCC7CE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5362E84-2A7D-4DDA-AF94-F78F11F7EEA7}" type="sibTrans" cxnId="{07D8B383-4D00-435E-9BA5-A41FA1DCC7CE}">
      <dgm:prSet/>
      <dgm:spPr/>
      <dgm:t>
        <a:bodyPr/>
        <a:lstStyle/>
        <a:p>
          <a:endParaRPr lang="en-IN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26A5638-864A-4D62-912F-986E80D1F9D9}">
      <dgm:prSet phldrT="[Text]" phldr="0"/>
      <dgm:spPr/>
      <dgm:t>
        <a:bodyPr/>
        <a:lstStyle/>
        <a:p>
          <a:r>
            <a:rPr lang="en-IN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Improve</a:t>
          </a:r>
        </a:p>
      </dgm:t>
    </dgm:pt>
    <dgm:pt modelId="{5AFA0F55-09D7-4B06-8BAF-5D3DF1B09104}" type="parTrans" cxnId="{C8562750-3912-424B-A011-78FFBC632F8F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364BFA3-578B-4F87-B25A-64155DC25187}" type="sibTrans" cxnId="{C8562750-3912-424B-A011-78FFBC632F8F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646CCD7-1F7D-4EC4-B3ED-6DC59BD1769F}">
      <dgm:prSet phldrT="[Text]" phldr="0"/>
      <dgm:spPr/>
      <dgm:t>
        <a:bodyPr/>
        <a:lstStyle/>
        <a:p>
          <a:r>
            <a:rPr lang="en-IN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Optimize</a:t>
          </a:r>
        </a:p>
      </dgm:t>
    </dgm:pt>
    <dgm:pt modelId="{3EF2CEC1-4D2A-4FF2-9020-F83FE25DD101}" type="parTrans" cxnId="{6DD4FFE7-4CF1-4F30-A7A2-8E5D79BDFB59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DD6DF1DA-DE49-4044-9339-20BF85A287B1}" type="sibTrans" cxnId="{6DD4FFE7-4CF1-4F30-A7A2-8E5D79BDFB59}">
      <dgm:prSet/>
      <dgm:spPr/>
      <dgm:t>
        <a:bodyPr/>
        <a:lstStyle/>
        <a:p>
          <a:endParaRPr lang="en-IN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827AC63-A3C1-4DF0-818A-519EC25DF153}">
      <dgm:prSet phldrT="[Text]" phldr="0"/>
      <dgm:spPr/>
      <dgm:t>
        <a:bodyPr/>
        <a:lstStyle/>
        <a:p>
          <a:r>
            <a:rPr lang="en-IN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Monitor</a:t>
          </a:r>
        </a:p>
      </dgm:t>
    </dgm:pt>
    <dgm:pt modelId="{36A7E03F-5C4C-477F-B6E7-3AF2A732DA35}" type="parTrans" cxnId="{E0D8BDC4-3778-4938-9012-FB1ECA331C98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DDBD4D8D-5C3B-4219-A9AD-7BCBE7527133}" type="sibTrans" cxnId="{E0D8BDC4-3778-4938-9012-FB1ECA331C98}">
      <dgm:prSet/>
      <dgm:spPr/>
      <dgm:t>
        <a:bodyPr/>
        <a:lstStyle/>
        <a:p>
          <a:endParaRPr lang="en-IN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1134191-2E33-4F64-978C-4F61C7618737}" type="pres">
      <dgm:prSet presAssocID="{1BBCDBC8-F8F9-48F7-8F21-5BF86BBA5965}" presName="Name0" presStyleCnt="0">
        <dgm:presLayoutVars>
          <dgm:dir/>
          <dgm:resizeHandles val="exact"/>
        </dgm:presLayoutVars>
      </dgm:prSet>
      <dgm:spPr/>
    </dgm:pt>
    <dgm:pt modelId="{2494A9AC-4CAB-4CF3-B1C5-7212B5487929}" type="pres">
      <dgm:prSet presAssocID="{4EA02C5D-69C4-4CE4-A7C6-81184FA8CD5B}" presName="node" presStyleLbl="node1" presStyleIdx="0" presStyleCnt="5">
        <dgm:presLayoutVars>
          <dgm:bulletEnabled val="1"/>
        </dgm:presLayoutVars>
      </dgm:prSet>
      <dgm:spPr/>
    </dgm:pt>
    <dgm:pt modelId="{777172CE-0922-4336-8B2B-CE5C16A74C82}" type="pres">
      <dgm:prSet presAssocID="{178F61BF-9DAA-4C88-B4B9-DE563550BF63}" presName="sibTrans" presStyleLbl="sibTrans2D1" presStyleIdx="0" presStyleCnt="4"/>
      <dgm:spPr/>
    </dgm:pt>
    <dgm:pt modelId="{2FE2CDDC-1660-48F4-8B1F-318B76FDE1BB}" type="pres">
      <dgm:prSet presAssocID="{178F61BF-9DAA-4C88-B4B9-DE563550BF63}" presName="connectorText" presStyleLbl="sibTrans2D1" presStyleIdx="0" presStyleCnt="4"/>
      <dgm:spPr/>
    </dgm:pt>
    <dgm:pt modelId="{8B004C7F-84FE-42B3-BBA8-9B7B9177B60E}" type="pres">
      <dgm:prSet presAssocID="{55225D55-9F10-4CFF-8472-2A0741302666}" presName="node" presStyleLbl="node1" presStyleIdx="1" presStyleCnt="5">
        <dgm:presLayoutVars>
          <dgm:bulletEnabled val="1"/>
        </dgm:presLayoutVars>
      </dgm:prSet>
      <dgm:spPr/>
    </dgm:pt>
    <dgm:pt modelId="{1DE8B0F3-3727-4F89-AFB6-7EC5ADE87354}" type="pres">
      <dgm:prSet presAssocID="{55362E84-2A7D-4DDA-AF94-F78F11F7EEA7}" presName="sibTrans" presStyleLbl="sibTrans2D1" presStyleIdx="1" presStyleCnt="4"/>
      <dgm:spPr/>
    </dgm:pt>
    <dgm:pt modelId="{A640AB9C-5065-4002-8739-38D4F26137E1}" type="pres">
      <dgm:prSet presAssocID="{55362E84-2A7D-4DDA-AF94-F78F11F7EEA7}" presName="connectorText" presStyleLbl="sibTrans2D1" presStyleIdx="1" presStyleCnt="4"/>
      <dgm:spPr/>
    </dgm:pt>
    <dgm:pt modelId="{A1A3833B-4656-4C9F-BC8B-42B3617E3C81}" type="pres">
      <dgm:prSet presAssocID="{7646CCD7-1F7D-4EC4-B3ED-6DC59BD1769F}" presName="node" presStyleLbl="node1" presStyleIdx="2" presStyleCnt="5">
        <dgm:presLayoutVars>
          <dgm:bulletEnabled val="1"/>
        </dgm:presLayoutVars>
      </dgm:prSet>
      <dgm:spPr/>
    </dgm:pt>
    <dgm:pt modelId="{3ACD997B-9000-4A36-BE7D-494A16071656}" type="pres">
      <dgm:prSet presAssocID="{DD6DF1DA-DE49-4044-9339-20BF85A287B1}" presName="sibTrans" presStyleLbl="sibTrans2D1" presStyleIdx="2" presStyleCnt="4"/>
      <dgm:spPr/>
    </dgm:pt>
    <dgm:pt modelId="{46E43F96-0FF2-4BE2-BDDC-497E5DFAA128}" type="pres">
      <dgm:prSet presAssocID="{DD6DF1DA-DE49-4044-9339-20BF85A287B1}" presName="connectorText" presStyleLbl="sibTrans2D1" presStyleIdx="2" presStyleCnt="4"/>
      <dgm:spPr/>
    </dgm:pt>
    <dgm:pt modelId="{687A8E94-E4F2-41E7-8261-BD90E886C4C9}" type="pres">
      <dgm:prSet presAssocID="{2827AC63-A3C1-4DF0-818A-519EC25DF153}" presName="node" presStyleLbl="node1" presStyleIdx="3" presStyleCnt="5">
        <dgm:presLayoutVars>
          <dgm:bulletEnabled val="1"/>
        </dgm:presLayoutVars>
      </dgm:prSet>
      <dgm:spPr/>
    </dgm:pt>
    <dgm:pt modelId="{1B867956-9023-4B63-A728-4ECD72F6270A}" type="pres">
      <dgm:prSet presAssocID="{DDBD4D8D-5C3B-4219-A9AD-7BCBE7527133}" presName="sibTrans" presStyleLbl="sibTrans2D1" presStyleIdx="3" presStyleCnt="4"/>
      <dgm:spPr/>
    </dgm:pt>
    <dgm:pt modelId="{6E9035B0-0F1F-4BA8-AFEE-35E9BCCF6DC4}" type="pres">
      <dgm:prSet presAssocID="{DDBD4D8D-5C3B-4219-A9AD-7BCBE7527133}" presName="connectorText" presStyleLbl="sibTrans2D1" presStyleIdx="3" presStyleCnt="4"/>
      <dgm:spPr/>
    </dgm:pt>
    <dgm:pt modelId="{850F86C8-6505-46A2-9938-7171C6054FFC}" type="pres">
      <dgm:prSet presAssocID="{426A5638-864A-4D62-912F-986E80D1F9D9}" presName="node" presStyleLbl="node1" presStyleIdx="4" presStyleCnt="5">
        <dgm:presLayoutVars>
          <dgm:bulletEnabled val="1"/>
        </dgm:presLayoutVars>
      </dgm:prSet>
      <dgm:spPr/>
    </dgm:pt>
  </dgm:ptLst>
  <dgm:cxnLst>
    <dgm:cxn modelId="{D8FA1718-4239-4A3B-BEA1-118B033AA492}" type="presOf" srcId="{4EA02C5D-69C4-4CE4-A7C6-81184FA8CD5B}" destId="{2494A9AC-4CAB-4CF3-B1C5-7212B5487929}" srcOrd="0" destOrd="0" presId="urn:microsoft.com/office/officeart/2005/8/layout/process1"/>
    <dgm:cxn modelId="{16E2FC19-BDFD-4797-9D79-5F1534055E95}" type="presOf" srcId="{2827AC63-A3C1-4DF0-818A-519EC25DF153}" destId="{687A8E94-E4F2-41E7-8261-BD90E886C4C9}" srcOrd="0" destOrd="0" presId="urn:microsoft.com/office/officeart/2005/8/layout/process1"/>
    <dgm:cxn modelId="{3C753821-097E-4261-83BD-9B2FEC9C8070}" type="presOf" srcId="{7646CCD7-1F7D-4EC4-B3ED-6DC59BD1769F}" destId="{A1A3833B-4656-4C9F-BC8B-42B3617E3C81}" srcOrd="0" destOrd="0" presId="urn:microsoft.com/office/officeart/2005/8/layout/process1"/>
    <dgm:cxn modelId="{5526422E-01B7-4F0F-AE64-8D452ECFD76B}" type="presOf" srcId="{178F61BF-9DAA-4C88-B4B9-DE563550BF63}" destId="{777172CE-0922-4336-8B2B-CE5C16A74C82}" srcOrd="0" destOrd="0" presId="urn:microsoft.com/office/officeart/2005/8/layout/process1"/>
    <dgm:cxn modelId="{93CDE23E-D1A0-41D3-9490-C57167102F0C}" type="presOf" srcId="{55362E84-2A7D-4DDA-AF94-F78F11F7EEA7}" destId="{A640AB9C-5065-4002-8739-38D4F26137E1}" srcOrd="1" destOrd="0" presId="urn:microsoft.com/office/officeart/2005/8/layout/process1"/>
    <dgm:cxn modelId="{6D60D741-FA79-4E52-9739-CA2959841AC5}" type="presOf" srcId="{DDBD4D8D-5C3B-4219-A9AD-7BCBE7527133}" destId="{6E9035B0-0F1F-4BA8-AFEE-35E9BCCF6DC4}" srcOrd="1" destOrd="0" presId="urn:microsoft.com/office/officeart/2005/8/layout/process1"/>
    <dgm:cxn modelId="{5252FF4B-9DF6-49CA-8166-D9D1880E3D6D}" type="presOf" srcId="{DD6DF1DA-DE49-4044-9339-20BF85A287B1}" destId="{46E43F96-0FF2-4BE2-BDDC-497E5DFAA128}" srcOrd="1" destOrd="0" presId="urn:microsoft.com/office/officeart/2005/8/layout/process1"/>
    <dgm:cxn modelId="{C8562750-3912-424B-A011-78FFBC632F8F}" srcId="{1BBCDBC8-F8F9-48F7-8F21-5BF86BBA5965}" destId="{426A5638-864A-4D62-912F-986E80D1F9D9}" srcOrd="4" destOrd="0" parTransId="{5AFA0F55-09D7-4B06-8BAF-5D3DF1B09104}" sibTransId="{9364BFA3-578B-4F87-B25A-64155DC25187}"/>
    <dgm:cxn modelId="{4D785259-36A3-42AB-8C8C-77F67B93C18E}" type="presOf" srcId="{1BBCDBC8-F8F9-48F7-8F21-5BF86BBA5965}" destId="{C1134191-2E33-4F64-978C-4F61C7618737}" srcOrd="0" destOrd="0" presId="urn:microsoft.com/office/officeart/2005/8/layout/process1"/>
    <dgm:cxn modelId="{7E76927E-EDAE-476E-86B6-68BBA65B3DB8}" type="presOf" srcId="{426A5638-864A-4D62-912F-986E80D1F9D9}" destId="{850F86C8-6505-46A2-9938-7171C6054FFC}" srcOrd="0" destOrd="0" presId="urn:microsoft.com/office/officeart/2005/8/layout/process1"/>
    <dgm:cxn modelId="{07D8B383-4D00-435E-9BA5-A41FA1DCC7CE}" srcId="{1BBCDBC8-F8F9-48F7-8F21-5BF86BBA5965}" destId="{55225D55-9F10-4CFF-8472-2A0741302666}" srcOrd="1" destOrd="0" parTransId="{C59CE2EF-C100-4A80-B0EF-F59791F98684}" sibTransId="{55362E84-2A7D-4DDA-AF94-F78F11F7EEA7}"/>
    <dgm:cxn modelId="{DC7B4398-5C27-4EFB-8338-ADE9ECFFC209}" srcId="{1BBCDBC8-F8F9-48F7-8F21-5BF86BBA5965}" destId="{4EA02C5D-69C4-4CE4-A7C6-81184FA8CD5B}" srcOrd="0" destOrd="0" parTransId="{6F83246E-38A6-48AE-BD85-3B1F81A3592D}" sibTransId="{178F61BF-9DAA-4C88-B4B9-DE563550BF63}"/>
    <dgm:cxn modelId="{43C234A6-08A0-4581-8642-CC41D3863C20}" type="presOf" srcId="{DDBD4D8D-5C3B-4219-A9AD-7BCBE7527133}" destId="{1B867956-9023-4B63-A728-4ECD72F6270A}" srcOrd="0" destOrd="0" presId="urn:microsoft.com/office/officeart/2005/8/layout/process1"/>
    <dgm:cxn modelId="{DFF1DEB9-1EF3-4534-982A-2476F7A8508F}" type="presOf" srcId="{55225D55-9F10-4CFF-8472-2A0741302666}" destId="{8B004C7F-84FE-42B3-BBA8-9B7B9177B60E}" srcOrd="0" destOrd="0" presId="urn:microsoft.com/office/officeart/2005/8/layout/process1"/>
    <dgm:cxn modelId="{1597CCC1-DCA8-4ABA-B69F-0330811B23D2}" type="presOf" srcId="{55362E84-2A7D-4DDA-AF94-F78F11F7EEA7}" destId="{1DE8B0F3-3727-4F89-AFB6-7EC5ADE87354}" srcOrd="0" destOrd="0" presId="urn:microsoft.com/office/officeart/2005/8/layout/process1"/>
    <dgm:cxn modelId="{E0D8BDC4-3778-4938-9012-FB1ECA331C98}" srcId="{1BBCDBC8-F8F9-48F7-8F21-5BF86BBA5965}" destId="{2827AC63-A3C1-4DF0-818A-519EC25DF153}" srcOrd="3" destOrd="0" parTransId="{36A7E03F-5C4C-477F-B6E7-3AF2A732DA35}" sibTransId="{DDBD4D8D-5C3B-4219-A9AD-7BCBE7527133}"/>
    <dgm:cxn modelId="{420BFCD9-12F2-49D9-ABC2-038222B1611B}" type="presOf" srcId="{178F61BF-9DAA-4C88-B4B9-DE563550BF63}" destId="{2FE2CDDC-1660-48F4-8B1F-318B76FDE1BB}" srcOrd="1" destOrd="0" presId="urn:microsoft.com/office/officeart/2005/8/layout/process1"/>
    <dgm:cxn modelId="{6DD4FFE7-4CF1-4F30-A7A2-8E5D79BDFB59}" srcId="{1BBCDBC8-F8F9-48F7-8F21-5BF86BBA5965}" destId="{7646CCD7-1F7D-4EC4-B3ED-6DC59BD1769F}" srcOrd="2" destOrd="0" parTransId="{3EF2CEC1-4D2A-4FF2-9020-F83FE25DD101}" sibTransId="{DD6DF1DA-DE49-4044-9339-20BF85A287B1}"/>
    <dgm:cxn modelId="{7C9FD8EC-BD2F-4A6D-976D-A318789B8158}" type="presOf" srcId="{DD6DF1DA-DE49-4044-9339-20BF85A287B1}" destId="{3ACD997B-9000-4A36-BE7D-494A16071656}" srcOrd="0" destOrd="0" presId="urn:microsoft.com/office/officeart/2005/8/layout/process1"/>
    <dgm:cxn modelId="{B43F3AE2-2BFA-419B-BD54-3713F50C74A8}" type="presParOf" srcId="{C1134191-2E33-4F64-978C-4F61C7618737}" destId="{2494A9AC-4CAB-4CF3-B1C5-7212B5487929}" srcOrd="0" destOrd="0" presId="urn:microsoft.com/office/officeart/2005/8/layout/process1"/>
    <dgm:cxn modelId="{587144D9-C2AA-440C-A902-A8FE3594479D}" type="presParOf" srcId="{C1134191-2E33-4F64-978C-4F61C7618737}" destId="{777172CE-0922-4336-8B2B-CE5C16A74C82}" srcOrd="1" destOrd="0" presId="urn:microsoft.com/office/officeart/2005/8/layout/process1"/>
    <dgm:cxn modelId="{AE352B61-26C8-4EFC-A3DF-42515FB66D3B}" type="presParOf" srcId="{777172CE-0922-4336-8B2B-CE5C16A74C82}" destId="{2FE2CDDC-1660-48F4-8B1F-318B76FDE1BB}" srcOrd="0" destOrd="0" presId="urn:microsoft.com/office/officeart/2005/8/layout/process1"/>
    <dgm:cxn modelId="{E281FFA8-C4BD-4450-A2A5-E2F1A67600EA}" type="presParOf" srcId="{C1134191-2E33-4F64-978C-4F61C7618737}" destId="{8B004C7F-84FE-42B3-BBA8-9B7B9177B60E}" srcOrd="2" destOrd="0" presId="urn:microsoft.com/office/officeart/2005/8/layout/process1"/>
    <dgm:cxn modelId="{E99CD300-AB5C-4237-A293-BA2880395CF0}" type="presParOf" srcId="{C1134191-2E33-4F64-978C-4F61C7618737}" destId="{1DE8B0F3-3727-4F89-AFB6-7EC5ADE87354}" srcOrd="3" destOrd="0" presId="urn:microsoft.com/office/officeart/2005/8/layout/process1"/>
    <dgm:cxn modelId="{EDAC210D-8D95-47B8-BD13-05243AA327CE}" type="presParOf" srcId="{1DE8B0F3-3727-4F89-AFB6-7EC5ADE87354}" destId="{A640AB9C-5065-4002-8739-38D4F26137E1}" srcOrd="0" destOrd="0" presId="urn:microsoft.com/office/officeart/2005/8/layout/process1"/>
    <dgm:cxn modelId="{38FB2F17-EF85-4ED1-81A8-801ABB12EA12}" type="presParOf" srcId="{C1134191-2E33-4F64-978C-4F61C7618737}" destId="{A1A3833B-4656-4C9F-BC8B-42B3617E3C81}" srcOrd="4" destOrd="0" presId="urn:microsoft.com/office/officeart/2005/8/layout/process1"/>
    <dgm:cxn modelId="{73C5DA21-570A-42AE-8898-2EC5E09920D5}" type="presParOf" srcId="{C1134191-2E33-4F64-978C-4F61C7618737}" destId="{3ACD997B-9000-4A36-BE7D-494A16071656}" srcOrd="5" destOrd="0" presId="urn:microsoft.com/office/officeart/2005/8/layout/process1"/>
    <dgm:cxn modelId="{A5390128-E101-45F2-9874-CFA9F0571E29}" type="presParOf" srcId="{3ACD997B-9000-4A36-BE7D-494A16071656}" destId="{46E43F96-0FF2-4BE2-BDDC-497E5DFAA128}" srcOrd="0" destOrd="0" presId="urn:microsoft.com/office/officeart/2005/8/layout/process1"/>
    <dgm:cxn modelId="{A9965BE5-585A-4DEE-AE69-1D7C27844362}" type="presParOf" srcId="{C1134191-2E33-4F64-978C-4F61C7618737}" destId="{687A8E94-E4F2-41E7-8261-BD90E886C4C9}" srcOrd="6" destOrd="0" presId="urn:microsoft.com/office/officeart/2005/8/layout/process1"/>
    <dgm:cxn modelId="{01603B68-8276-4346-ACC5-9E8C6CB064D4}" type="presParOf" srcId="{C1134191-2E33-4F64-978C-4F61C7618737}" destId="{1B867956-9023-4B63-A728-4ECD72F6270A}" srcOrd="7" destOrd="0" presId="urn:microsoft.com/office/officeart/2005/8/layout/process1"/>
    <dgm:cxn modelId="{8B35D4AC-3294-4785-9063-2B020172C939}" type="presParOf" srcId="{1B867956-9023-4B63-A728-4ECD72F6270A}" destId="{6E9035B0-0F1F-4BA8-AFEE-35E9BCCF6DC4}" srcOrd="0" destOrd="0" presId="urn:microsoft.com/office/officeart/2005/8/layout/process1"/>
    <dgm:cxn modelId="{6153837F-116C-439E-B6BB-CCD08274474F}" type="presParOf" srcId="{C1134191-2E33-4F64-978C-4F61C7618737}" destId="{850F86C8-6505-46A2-9938-7171C6054FF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52F12A-7A4E-46B6-9596-4FB12B5486B5}" type="doc">
      <dgm:prSet loTypeId="urn:microsoft.com/office/officeart/2005/8/layout/process1" loCatId="process" qsTypeId="urn:microsoft.com/office/officeart/2005/8/quickstyle/simple1#2" qsCatId="simple" csTypeId="urn:microsoft.com/office/officeart/2005/8/colors/colorful1#2" csCatId="colorful" phldr="1"/>
      <dgm:spPr/>
    </dgm:pt>
    <dgm:pt modelId="{1B43BC4D-2C79-46FC-B246-274DEAD499E1}">
      <dgm:prSet phldrT="[Text]"/>
      <dgm:spPr/>
      <dgm:t>
        <a:bodyPr/>
        <a:lstStyle/>
        <a:p>
          <a:pPr>
            <a:buNone/>
          </a:pPr>
          <a:r>
            <a:rPr lang="en-IN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Historical Data</a:t>
          </a:r>
        </a:p>
      </dgm:t>
    </dgm:pt>
    <dgm:pt modelId="{59A7168B-D2C5-4051-B0B9-A2246D99E341}" type="parTrans" cxnId="{3BFCD8EB-6A43-4A86-B128-51C29A406942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822F667-442F-434F-88D9-068BE33A1C3E}" type="sibTrans" cxnId="{3BFCD8EB-6A43-4A86-B128-51C29A406942}">
      <dgm:prSet/>
      <dgm:spPr/>
      <dgm:t>
        <a:bodyPr/>
        <a:lstStyle/>
        <a:p>
          <a:endParaRPr lang="en-IN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4C4A007-219D-460B-A747-283AF1EE0768}">
      <dgm:prSet phldrT="[Text]"/>
      <dgm:spPr/>
      <dgm:t>
        <a:bodyPr/>
        <a:lstStyle/>
        <a:p>
          <a:pPr>
            <a:buNone/>
          </a:pPr>
          <a:r>
            <a:rPr lang="en-IN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Predict Stockout Risk</a:t>
          </a:r>
        </a:p>
      </dgm:t>
    </dgm:pt>
    <dgm:pt modelId="{D9D99F01-3C1A-48C6-8FF3-D13B1947BAC9}" type="parTrans" cxnId="{BF352696-8CF1-46F8-A6CF-537754C49877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D87FFEB-6685-42B6-BBA8-2AD422A7627A}" type="sibTrans" cxnId="{BF352696-8CF1-46F8-A6CF-537754C49877}">
      <dgm:prSet/>
      <dgm:spPr/>
      <dgm:t>
        <a:bodyPr/>
        <a:lstStyle/>
        <a:p>
          <a:endParaRPr lang="en-IN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B16D697-E49C-400E-AD4D-AF5B1F2A31CD}">
      <dgm:prSet phldrT="[Text]"/>
      <dgm:spPr/>
      <dgm:t>
        <a:bodyPr/>
        <a:lstStyle/>
        <a:p>
          <a:pPr>
            <a:buNone/>
          </a:pPr>
          <a:r>
            <a:rPr lang="en-IN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Forecast Demand</a:t>
          </a:r>
        </a:p>
      </dgm:t>
    </dgm:pt>
    <dgm:pt modelId="{7068E40C-12BA-4571-8D68-045B36F0A831}" type="parTrans" cxnId="{3DFB226D-3AB3-474C-A052-51AC1149C6F7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B6A3F500-0D6A-4692-AB84-249E991435CF}" type="sibTrans" cxnId="{3DFB226D-3AB3-474C-A052-51AC1149C6F7}">
      <dgm:prSet/>
      <dgm:spPr/>
      <dgm:t>
        <a:bodyPr/>
        <a:lstStyle/>
        <a:p>
          <a:endParaRPr lang="en-IN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D361CCAF-00D0-4165-A580-A2F6CA4D468B}">
      <dgm:prSet phldrT="[Text]"/>
      <dgm:spPr/>
      <dgm:t>
        <a:bodyPr/>
        <a:lstStyle/>
        <a:p>
          <a:pPr>
            <a:buNone/>
          </a:pPr>
          <a:r>
            <a:rPr lang="en-IN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Optimize Reorders</a:t>
          </a:r>
        </a:p>
      </dgm:t>
    </dgm:pt>
    <dgm:pt modelId="{A3E0FE74-B8F7-4525-B56A-363A48304819}" type="parTrans" cxnId="{55E893A3-8AC3-4387-A40D-169D273DFAD0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90D5DF6-7744-4C29-95FC-7C6DFD908226}" type="sibTrans" cxnId="{55E893A3-8AC3-4387-A40D-169D273DFAD0}">
      <dgm:prSet/>
      <dgm:spPr/>
      <dgm:t>
        <a:bodyPr/>
        <a:lstStyle/>
        <a:p>
          <a:endParaRPr lang="en-IN" b="1" cap="none" spc="0" dirty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9F91DCC-DC13-40E1-86E9-E5904CF1748D}">
      <dgm:prSet phldrT="[Text]"/>
      <dgm:spPr/>
      <dgm:t>
        <a:bodyPr/>
        <a:lstStyle/>
        <a:p>
          <a:pPr>
            <a:buNone/>
          </a:pPr>
          <a:r>
            <a:rPr lang="en-IN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Learn &amp; Improve</a:t>
          </a:r>
        </a:p>
      </dgm:t>
    </dgm:pt>
    <dgm:pt modelId="{37B6117E-D789-4348-BBC1-11112F37AC00}" type="parTrans" cxnId="{D56227F8-40CC-4CCA-B26D-B781CBA98057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F352054-7471-4DF9-AB7C-2A7D1111DDCD}" type="sibTrans" cxnId="{D56227F8-40CC-4CCA-B26D-B781CBA98057}">
      <dgm:prSet/>
      <dgm:spPr/>
      <dgm:t>
        <a:bodyPr/>
        <a:lstStyle/>
        <a:p>
          <a:endParaRPr lang="en-IN" b="1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6EE2BBF-D100-41DB-B5A0-B1A9DC0F9EFF}" type="pres">
      <dgm:prSet presAssocID="{1052F12A-7A4E-46B6-9596-4FB12B5486B5}" presName="Name0" presStyleCnt="0">
        <dgm:presLayoutVars>
          <dgm:dir/>
          <dgm:resizeHandles val="exact"/>
        </dgm:presLayoutVars>
      </dgm:prSet>
      <dgm:spPr/>
    </dgm:pt>
    <dgm:pt modelId="{E65D62DF-9E97-4304-AAAE-DDD0F9F06D4E}" type="pres">
      <dgm:prSet presAssocID="{1B43BC4D-2C79-46FC-B246-274DEAD499E1}" presName="node" presStyleLbl="node1" presStyleIdx="0" presStyleCnt="5">
        <dgm:presLayoutVars>
          <dgm:bulletEnabled val="1"/>
        </dgm:presLayoutVars>
      </dgm:prSet>
      <dgm:spPr/>
    </dgm:pt>
    <dgm:pt modelId="{30924D9E-7A42-4472-96D7-5B91637A0773}" type="pres">
      <dgm:prSet presAssocID="{0822F667-442F-434F-88D9-068BE33A1C3E}" presName="sibTrans" presStyleLbl="sibTrans2D1" presStyleIdx="0" presStyleCnt="4"/>
      <dgm:spPr/>
    </dgm:pt>
    <dgm:pt modelId="{5965DB92-161D-4829-AB12-788E5BE017EC}" type="pres">
      <dgm:prSet presAssocID="{0822F667-442F-434F-88D9-068BE33A1C3E}" presName="connectorText" presStyleLbl="sibTrans2D1" presStyleIdx="0" presStyleCnt="4"/>
      <dgm:spPr/>
    </dgm:pt>
    <dgm:pt modelId="{239CB4B9-3B44-4753-8B34-4B5AFE54F263}" type="pres">
      <dgm:prSet presAssocID="{64C4A007-219D-460B-A747-283AF1EE0768}" presName="node" presStyleLbl="node1" presStyleIdx="1" presStyleCnt="5">
        <dgm:presLayoutVars>
          <dgm:bulletEnabled val="1"/>
        </dgm:presLayoutVars>
      </dgm:prSet>
      <dgm:spPr/>
    </dgm:pt>
    <dgm:pt modelId="{818B9654-4971-4D25-90BE-2F77DE96FDA1}" type="pres">
      <dgm:prSet presAssocID="{ED87FFEB-6685-42B6-BBA8-2AD422A7627A}" presName="sibTrans" presStyleLbl="sibTrans2D1" presStyleIdx="1" presStyleCnt="4"/>
      <dgm:spPr/>
    </dgm:pt>
    <dgm:pt modelId="{38DADD92-4410-4C10-8D0C-4B092C7D4D4F}" type="pres">
      <dgm:prSet presAssocID="{ED87FFEB-6685-42B6-BBA8-2AD422A7627A}" presName="connectorText" presStyleLbl="sibTrans2D1" presStyleIdx="1" presStyleCnt="4"/>
      <dgm:spPr/>
    </dgm:pt>
    <dgm:pt modelId="{B0A7B491-F156-4D4D-8DF2-F282B88C538A}" type="pres">
      <dgm:prSet presAssocID="{FB16D697-E49C-400E-AD4D-AF5B1F2A31CD}" presName="node" presStyleLbl="node1" presStyleIdx="2" presStyleCnt="5">
        <dgm:presLayoutVars>
          <dgm:bulletEnabled val="1"/>
        </dgm:presLayoutVars>
      </dgm:prSet>
      <dgm:spPr/>
    </dgm:pt>
    <dgm:pt modelId="{2773F6DC-2A4F-444B-9807-4E4CD72ACDFD}" type="pres">
      <dgm:prSet presAssocID="{B6A3F500-0D6A-4692-AB84-249E991435CF}" presName="sibTrans" presStyleLbl="sibTrans2D1" presStyleIdx="2" presStyleCnt="4"/>
      <dgm:spPr/>
    </dgm:pt>
    <dgm:pt modelId="{0DF8EF1C-1171-4F24-B2BE-9467F213BB6A}" type="pres">
      <dgm:prSet presAssocID="{B6A3F500-0D6A-4692-AB84-249E991435CF}" presName="connectorText" presStyleLbl="sibTrans2D1" presStyleIdx="2" presStyleCnt="4"/>
      <dgm:spPr/>
    </dgm:pt>
    <dgm:pt modelId="{FFFE2DC3-91A3-40F6-9796-EF09CCC3FA97}" type="pres">
      <dgm:prSet presAssocID="{D361CCAF-00D0-4165-A580-A2F6CA4D468B}" presName="node" presStyleLbl="node1" presStyleIdx="3" presStyleCnt="5">
        <dgm:presLayoutVars>
          <dgm:bulletEnabled val="1"/>
        </dgm:presLayoutVars>
      </dgm:prSet>
      <dgm:spPr/>
    </dgm:pt>
    <dgm:pt modelId="{00F8D79E-EA30-406E-8B8C-7DBAEB7148F9}" type="pres">
      <dgm:prSet presAssocID="{390D5DF6-7744-4C29-95FC-7C6DFD908226}" presName="sibTrans" presStyleLbl="sibTrans2D1" presStyleIdx="3" presStyleCnt="4"/>
      <dgm:spPr/>
    </dgm:pt>
    <dgm:pt modelId="{22AAA3B8-B134-4E7A-8660-E1EFC85750F6}" type="pres">
      <dgm:prSet presAssocID="{390D5DF6-7744-4C29-95FC-7C6DFD908226}" presName="connectorText" presStyleLbl="sibTrans2D1" presStyleIdx="3" presStyleCnt="4"/>
      <dgm:spPr/>
    </dgm:pt>
    <dgm:pt modelId="{73500B7B-A897-479B-88C5-72102223D133}" type="pres">
      <dgm:prSet presAssocID="{19F91DCC-DC13-40E1-86E9-E5904CF1748D}" presName="node" presStyleLbl="node1" presStyleIdx="4" presStyleCnt="5">
        <dgm:presLayoutVars>
          <dgm:bulletEnabled val="1"/>
        </dgm:presLayoutVars>
      </dgm:prSet>
      <dgm:spPr/>
    </dgm:pt>
  </dgm:ptLst>
  <dgm:cxnLst>
    <dgm:cxn modelId="{2505C702-C38D-44C5-A937-CA45D26DC5DF}" type="presOf" srcId="{B6A3F500-0D6A-4692-AB84-249E991435CF}" destId="{2773F6DC-2A4F-444B-9807-4E4CD72ACDFD}" srcOrd="0" destOrd="0" presId="urn:microsoft.com/office/officeart/2005/8/layout/process1"/>
    <dgm:cxn modelId="{95447110-F394-4D2C-A54D-B240D655E78C}" type="presOf" srcId="{FB16D697-E49C-400E-AD4D-AF5B1F2A31CD}" destId="{B0A7B491-F156-4D4D-8DF2-F282B88C538A}" srcOrd="0" destOrd="0" presId="urn:microsoft.com/office/officeart/2005/8/layout/process1"/>
    <dgm:cxn modelId="{9955242C-9BB5-40FA-B6E0-82AA61CC9747}" type="presOf" srcId="{1052F12A-7A4E-46B6-9596-4FB12B5486B5}" destId="{96EE2BBF-D100-41DB-B5A0-B1A9DC0F9EFF}" srcOrd="0" destOrd="0" presId="urn:microsoft.com/office/officeart/2005/8/layout/process1"/>
    <dgm:cxn modelId="{87867D3C-28F0-43E4-9203-E388665DAC2A}" type="presOf" srcId="{0822F667-442F-434F-88D9-068BE33A1C3E}" destId="{30924D9E-7A42-4472-96D7-5B91637A0773}" srcOrd="0" destOrd="0" presId="urn:microsoft.com/office/officeart/2005/8/layout/process1"/>
    <dgm:cxn modelId="{40C5275C-74F7-40D9-993D-DE662FB208E5}" type="presOf" srcId="{64C4A007-219D-460B-A747-283AF1EE0768}" destId="{239CB4B9-3B44-4753-8B34-4B5AFE54F263}" srcOrd="0" destOrd="0" presId="urn:microsoft.com/office/officeart/2005/8/layout/process1"/>
    <dgm:cxn modelId="{3E259963-5951-44E5-8C26-85BF0F6321C4}" type="presOf" srcId="{19F91DCC-DC13-40E1-86E9-E5904CF1748D}" destId="{73500B7B-A897-479B-88C5-72102223D133}" srcOrd="0" destOrd="0" presId="urn:microsoft.com/office/officeart/2005/8/layout/process1"/>
    <dgm:cxn modelId="{3DFB226D-3AB3-474C-A052-51AC1149C6F7}" srcId="{1052F12A-7A4E-46B6-9596-4FB12B5486B5}" destId="{FB16D697-E49C-400E-AD4D-AF5B1F2A31CD}" srcOrd="2" destOrd="0" parTransId="{7068E40C-12BA-4571-8D68-045B36F0A831}" sibTransId="{B6A3F500-0D6A-4692-AB84-249E991435CF}"/>
    <dgm:cxn modelId="{87438852-0DBB-4878-B995-BB27E126D83D}" type="presOf" srcId="{1B43BC4D-2C79-46FC-B246-274DEAD499E1}" destId="{E65D62DF-9E97-4304-AAAE-DDD0F9F06D4E}" srcOrd="0" destOrd="0" presId="urn:microsoft.com/office/officeart/2005/8/layout/process1"/>
    <dgm:cxn modelId="{E17FEB7F-AAB5-46E6-850A-53296F3AEACF}" type="presOf" srcId="{0822F667-442F-434F-88D9-068BE33A1C3E}" destId="{5965DB92-161D-4829-AB12-788E5BE017EC}" srcOrd="1" destOrd="0" presId="urn:microsoft.com/office/officeart/2005/8/layout/process1"/>
    <dgm:cxn modelId="{F441958A-3CBD-4123-AEC6-E5979B6ED37B}" type="presOf" srcId="{390D5DF6-7744-4C29-95FC-7C6DFD908226}" destId="{22AAA3B8-B134-4E7A-8660-E1EFC85750F6}" srcOrd="1" destOrd="0" presId="urn:microsoft.com/office/officeart/2005/8/layout/process1"/>
    <dgm:cxn modelId="{BF352696-8CF1-46F8-A6CF-537754C49877}" srcId="{1052F12A-7A4E-46B6-9596-4FB12B5486B5}" destId="{64C4A007-219D-460B-A747-283AF1EE0768}" srcOrd="1" destOrd="0" parTransId="{D9D99F01-3C1A-48C6-8FF3-D13B1947BAC9}" sibTransId="{ED87FFEB-6685-42B6-BBA8-2AD422A7627A}"/>
    <dgm:cxn modelId="{55E893A3-8AC3-4387-A40D-169D273DFAD0}" srcId="{1052F12A-7A4E-46B6-9596-4FB12B5486B5}" destId="{D361CCAF-00D0-4165-A580-A2F6CA4D468B}" srcOrd="3" destOrd="0" parTransId="{A3E0FE74-B8F7-4525-B56A-363A48304819}" sibTransId="{390D5DF6-7744-4C29-95FC-7C6DFD908226}"/>
    <dgm:cxn modelId="{9C60DDA7-C0A0-4C80-ADF5-C71AD37E6EAE}" type="presOf" srcId="{ED87FFEB-6685-42B6-BBA8-2AD422A7627A}" destId="{818B9654-4971-4D25-90BE-2F77DE96FDA1}" srcOrd="0" destOrd="0" presId="urn:microsoft.com/office/officeart/2005/8/layout/process1"/>
    <dgm:cxn modelId="{63D568B9-F300-4202-BF60-730AFF483248}" type="presOf" srcId="{D361CCAF-00D0-4165-A580-A2F6CA4D468B}" destId="{FFFE2DC3-91A3-40F6-9796-EF09CCC3FA97}" srcOrd="0" destOrd="0" presId="urn:microsoft.com/office/officeart/2005/8/layout/process1"/>
    <dgm:cxn modelId="{C125DCC4-22B1-461E-946D-A6E4EC973BB3}" type="presOf" srcId="{390D5DF6-7744-4C29-95FC-7C6DFD908226}" destId="{00F8D79E-EA30-406E-8B8C-7DBAEB7148F9}" srcOrd="0" destOrd="0" presId="urn:microsoft.com/office/officeart/2005/8/layout/process1"/>
    <dgm:cxn modelId="{091CD9CD-D436-496F-A7A9-E0913C07B102}" type="presOf" srcId="{ED87FFEB-6685-42B6-BBA8-2AD422A7627A}" destId="{38DADD92-4410-4C10-8D0C-4B092C7D4D4F}" srcOrd="1" destOrd="0" presId="urn:microsoft.com/office/officeart/2005/8/layout/process1"/>
    <dgm:cxn modelId="{7FD35CD2-E0D2-4DAA-8F7D-7A551E6F8E25}" type="presOf" srcId="{B6A3F500-0D6A-4692-AB84-249E991435CF}" destId="{0DF8EF1C-1171-4F24-B2BE-9467F213BB6A}" srcOrd="1" destOrd="0" presId="urn:microsoft.com/office/officeart/2005/8/layout/process1"/>
    <dgm:cxn modelId="{3BFCD8EB-6A43-4A86-B128-51C29A406942}" srcId="{1052F12A-7A4E-46B6-9596-4FB12B5486B5}" destId="{1B43BC4D-2C79-46FC-B246-274DEAD499E1}" srcOrd="0" destOrd="0" parTransId="{59A7168B-D2C5-4051-B0B9-A2246D99E341}" sibTransId="{0822F667-442F-434F-88D9-068BE33A1C3E}"/>
    <dgm:cxn modelId="{D56227F8-40CC-4CCA-B26D-B781CBA98057}" srcId="{1052F12A-7A4E-46B6-9596-4FB12B5486B5}" destId="{19F91DCC-DC13-40E1-86E9-E5904CF1748D}" srcOrd="4" destOrd="0" parTransId="{37B6117E-D789-4348-BBC1-11112F37AC00}" sibTransId="{CF352054-7471-4DF9-AB7C-2A7D1111DDCD}"/>
    <dgm:cxn modelId="{6727E9EA-ABCD-4929-9C42-D4CB177337EA}" type="presParOf" srcId="{96EE2BBF-D100-41DB-B5A0-B1A9DC0F9EFF}" destId="{E65D62DF-9E97-4304-AAAE-DDD0F9F06D4E}" srcOrd="0" destOrd="0" presId="urn:microsoft.com/office/officeart/2005/8/layout/process1"/>
    <dgm:cxn modelId="{0B70FE82-548E-481C-9F99-2BE77015A38B}" type="presParOf" srcId="{96EE2BBF-D100-41DB-B5A0-B1A9DC0F9EFF}" destId="{30924D9E-7A42-4472-96D7-5B91637A0773}" srcOrd="1" destOrd="0" presId="urn:microsoft.com/office/officeart/2005/8/layout/process1"/>
    <dgm:cxn modelId="{F3B98AA7-70E0-49C4-BDC4-C1B69041A038}" type="presParOf" srcId="{30924D9E-7A42-4472-96D7-5B91637A0773}" destId="{5965DB92-161D-4829-AB12-788E5BE017EC}" srcOrd="0" destOrd="0" presId="urn:microsoft.com/office/officeart/2005/8/layout/process1"/>
    <dgm:cxn modelId="{5550E643-1AAF-426B-83B1-D3AC6924CF7C}" type="presParOf" srcId="{96EE2BBF-D100-41DB-B5A0-B1A9DC0F9EFF}" destId="{239CB4B9-3B44-4753-8B34-4B5AFE54F263}" srcOrd="2" destOrd="0" presId="urn:microsoft.com/office/officeart/2005/8/layout/process1"/>
    <dgm:cxn modelId="{4D1381D8-7C2D-4088-BEC4-B082D754CCCA}" type="presParOf" srcId="{96EE2BBF-D100-41DB-B5A0-B1A9DC0F9EFF}" destId="{818B9654-4971-4D25-90BE-2F77DE96FDA1}" srcOrd="3" destOrd="0" presId="urn:microsoft.com/office/officeart/2005/8/layout/process1"/>
    <dgm:cxn modelId="{0014C775-2491-4F02-ADEE-EDE5B7336FA4}" type="presParOf" srcId="{818B9654-4971-4D25-90BE-2F77DE96FDA1}" destId="{38DADD92-4410-4C10-8D0C-4B092C7D4D4F}" srcOrd="0" destOrd="0" presId="urn:microsoft.com/office/officeart/2005/8/layout/process1"/>
    <dgm:cxn modelId="{BE63E761-A825-4905-A314-0BCD0E35E4AF}" type="presParOf" srcId="{96EE2BBF-D100-41DB-B5A0-B1A9DC0F9EFF}" destId="{B0A7B491-F156-4D4D-8DF2-F282B88C538A}" srcOrd="4" destOrd="0" presId="urn:microsoft.com/office/officeart/2005/8/layout/process1"/>
    <dgm:cxn modelId="{5EB648F2-7073-48C3-BAD4-98D86338456D}" type="presParOf" srcId="{96EE2BBF-D100-41DB-B5A0-B1A9DC0F9EFF}" destId="{2773F6DC-2A4F-444B-9807-4E4CD72ACDFD}" srcOrd="5" destOrd="0" presId="urn:microsoft.com/office/officeart/2005/8/layout/process1"/>
    <dgm:cxn modelId="{BBA13FAF-3D5E-489F-B8EC-14DBF1E9B9AD}" type="presParOf" srcId="{2773F6DC-2A4F-444B-9807-4E4CD72ACDFD}" destId="{0DF8EF1C-1171-4F24-B2BE-9467F213BB6A}" srcOrd="0" destOrd="0" presId="urn:microsoft.com/office/officeart/2005/8/layout/process1"/>
    <dgm:cxn modelId="{8C88A9D9-F459-4748-B4AF-357EFAAE8870}" type="presParOf" srcId="{96EE2BBF-D100-41DB-B5A0-B1A9DC0F9EFF}" destId="{FFFE2DC3-91A3-40F6-9796-EF09CCC3FA97}" srcOrd="6" destOrd="0" presId="urn:microsoft.com/office/officeart/2005/8/layout/process1"/>
    <dgm:cxn modelId="{3681DB29-1C17-47B0-9014-EA244C36A3B5}" type="presParOf" srcId="{96EE2BBF-D100-41DB-B5A0-B1A9DC0F9EFF}" destId="{00F8D79E-EA30-406E-8B8C-7DBAEB7148F9}" srcOrd="7" destOrd="0" presId="urn:microsoft.com/office/officeart/2005/8/layout/process1"/>
    <dgm:cxn modelId="{D4C280E4-0A6D-47C9-B907-5C218373CFB0}" type="presParOf" srcId="{00F8D79E-EA30-406E-8B8C-7DBAEB7148F9}" destId="{22AAA3B8-B134-4E7A-8660-E1EFC85750F6}" srcOrd="0" destOrd="0" presId="urn:microsoft.com/office/officeart/2005/8/layout/process1"/>
    <dgm:cxn modelId="{C21583D1-65F2-4919-9C81-92BFF5A19316}" type="presParOf" srcId="{96EE2BBF-D100-41DB-B5A0-B1A9DC0F9EFF}" destId="{73500B7B-A897-479B-88C5-72102223D133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BCDBC8-F8F9-48F7-8F21-5BF86BBA5965}" type="doc">
      <dgm:prSet loTypeId="urn:microsoft.com/office/officeart/2005/8/layout/process1" loCatId="process" qsTypeId="urn:microsoft.com/office/officeart/2005/8/quickstyle/simple1#3" qsCatId="simple" csTypeId="urn:microsoft.com/office/officeart/2005/8/colors/colorful1#3" csCatId="colorful" phldr="1"/>
      <dgm:spPr/>
      <dgm:t>
        <a:bodyPr/>
        <a:lstStyle/>
        <a:p>
          <a:endParaRPr lang="en-IN"/>
        </a:p>
      </dgm:t>
    </dgm:pt>
    <dgm:pt modelId="{4EA02C5D-69C4-4CE4-A7C6-81184FA8CD5B}">
      <dgm:prSet phldrT="[Text]" phldr="0"/>
      <dgm:spPr/>
      <dgm:t>
        <a:bodyPr/>
        <a:lstStyle/>
        <a:p>
          <a:r>
            <a:rPr lang="en-IN" b="1" dirty="0">
              <a:solidFill>
                <a:schemeClr val="tx1"/>
              </a:solidFill>
            </a:rPr>
            <a:t>Collect Customer Data</a:t>
          </a:r>
        </a:p>
      </dgm:t>
    </dgm:pt>
    <dgm:pt modelId="{6F83246E-38A6-48AE-BD85-3B1F81A3592D}" type="parTrans" cxnId="{DC7B4398-5C27-4EFB-8338-ADE9ECFFC209}">
      <dgm:prSet/>
      <dgm:spPr/>
      <dgm:t>
        <a:bodyPr/>
        <a:lstStyle/>
        <a:p>
          <a:endParaRPr lang="en-IN" b="1">
            <a:solidFill>
              <a:schemeClr val="tx1"/>
            </a:solidFill>
          </a:endParaRPr>
        </a:p>
      </dgm:t>
    </dgm:pt>
    <dgm:pt modelId="{178F61BF-9DAA-4C88-B4B9-DE563550BF63}" type="sibTrans" cxnId="{DC7B4398-5C27-4EFB-8338-ADE9ECFFC209}">
      <dgm:prSet/>
      <dgm:spPr/>
      <dgm:t>
        <a:bodyPr/>
        <a:lstStyle/>
        <a:p>
          <a:endParaRPr lang="en-IN" b="1" dirty="0">
            <a:solidFill>
              <a:schemeClr val="tx1"/>
            </a:solidFill>
          </a:endParaRPr>
        </a:p>
      </dgm:t>
    </dgm:pt>
    <dgm:pt modelId="{55225D55-9F10-4CFF-8472-2A0741302666}">
      <dgm:prSet phldrT="[Text]" phldr="0"/>
      <dgm:spPr/>
      <dgm:t>
        <a:bodyPr/>
        <a:lstStyle/>
        <a:p>
          <a:r>
            <a:rPr lang="en-IN" b="1" dirty="0">
              <a:solidFill>
                <a:schemeClr val="tx1"/>
              </a:solidFill>
            </a:rPr>
            <a:t>Analyse Behaviour</a:t>
          </a:r>
        </a:p>
      </dgm:t>
    </dgm:pt>
    <dgm:pt modelId="{C59CE2EF-C100-4A80-B0EF-F59791F98684}" type="parTrans" cxnId="{07D8B383-4D00-435E-9BA5-A41FA1DCC7CE}">
      <dgm:prSet/>
      <dgm:spPr/>
      <dgm:t>
        <a:bodyPr/>
        <a:lstStyle/>
        <a:p>
          <a:endParaRPr lang="en-IN" b="1">
            <a:solidFill>
              <a:schemeClr val="tx1"/>
            </a:solidFill>
          </a:endParaRPr>
        </a:p>
      </dgm:t>
    </dgm:pt>
    <dgm:pt modelId="{55362E84-2A7D-4DDA-AF94-F78F11F7EEA7}" type="sibTrans" cxnId="{07D8B383-4D00-435E-9BA5-A41FA1DCC7CE}">
      <dgm:prSet/>
      <dgm:spPr/>
      <dgm:t>
        <a:bodyPr/>
        <a:lstStyle/>
        <a:p>
          <a:endParaRPr lang="en-IN" b="1" dirty="0">
            <a:solidFill>
              <a:schemeClr val="tx1"/>
            </a:solidFill>
          </a:endParaRPr>
        </a:p>
      </dgm:t>
    </dgm:pt>
    <dgm:pt modelId="{426A5638-864A-4D62-912F-986E80D1F9D9}">
      <dgm:prSet phldrT="[Text]" phldr="0"/>
      <dgm:spPr/>
      <dgm:t>
        <a:bodyPr/>
        <a:lstStyle/>
        <a:p>
          <a:r>
            <a:rPr lang="en-IN" b="1" dirty="0">
              <a:solidFill>
                <a:schemeClr val="tx1"/>
              </a:solidFill>
            </a:rPr>
            <a:t>Measure &amp; Improve</a:t>
          </a:r>
        </a:p>
      </dgm:t>
    </dgm:pt>
    <dgm:pt modelId="{5AFA0F55-09D7-4B06-8BAF-5D3DF1B09104}" type="parTrans" cxnId="{C8562750-3912-424B-A011-78FFBC632F8F}">
      <dgm:prSet/>
      <dgm:spPr/>
      <dgm:t>
        <a:bodyPr/>
        <a:lstStyle/>
        <a:p>
          <a:endParaRPr lang="en-IN" b="1">
            <a:solidFill>
              <a:schemeClr val="tx1"/>
            </a:solidFill>
          </a:endParaRPr>
        </a:p>
      </dgm:t>
    </dgm:pt>
    <dgm:pt modelId="{9364BFA3-578B-4F87-B25A-64155DC25187}" type="sibTrans" cxnId="{C8562750-3912-424B-A011-78FFBC632F8F}">
      <dgm:prSet/>
      <dgm:spPr/>
      <dgm:t>
        <a:bodyPr/>
        <a:lstStyle/>
        <a:p>
          <a:endParaRPr lang="en-IN" b="1">
            <a:solidFill>
              <a:schemeClr val="tx1"/>
            </a:solidFill>
          </a:endParaRPr>
        </a:p>
      </dgm:t>
    </dgm:pt>
    <dgm:pt modelId="{2827AC63-A3C1-4DF0-818A-519EC25DF153}">
      <dgm:prSet phldrT="[Text]" phldr="0"/>
      <dgm:spPr/>
      <dgm:t>
        <a:bodyPr/>
        <a:lstStyle/>
        <a:p>
          <a:r>
            <a:rPr lang="en-IN" b="1" dirty="0">
              <a:solidFill>
                <a:schemeClr val="tx1"/>
              </a:solidFill>
            </a:rPr>
            <a:t>Predict Churn</a:t>
          </a:r>
        </a:p>
      </dgm:t>
    </dgm:pt>
    <dgm:pt modelId="{36A7E03F-5C4C-477F-B6E7-3AF2A732DA35}" type="parTrans" cxnId="{E0D8BDC4-3778-4938-9012-FB1ECA331C98}">
      <dgm:prSet/>
      <dgm:spPr/>
      <dgm:t>
        <a:bodyPr/>
        <a:lstStyle/>
        <a:p>
          <a:endParaRPr lang="en-IN" b="1">
            <a:solidFill>
              <a:schemeClr val="tx1"/>
            </a:solidFill>
          </a:endParaRPr>
        </a:p>
      </dgm:t>
    </dgm:pt>
    <dgm:pt modelId="{DDBD4D8D-5C3B-4219-A9AD-7BCBE7527133}" type="sibTrans" cxnId="{E0D8BDC4-3778-4938-9012-FB1ECA331C98}">
      <dgm:prSet/>
      <dgm:spPr/>
      <dgm:t>
        <a:bodyPr/>
        <a:lstStyle/>
        <a:p>
          <a:endParaRPr lang="en-IN" b="1" dirty="0">
            <a:solidFill>
              <a:schemeClr val="tx1"/>
            </a:solidFill>
          </a:endParaRPr>
        </a:p>
      </dgm:t>
    </dgm:pt>
    <dgm:pt modelId="{BD9C420C-6F95-4E21-8B30-72E130C11D39}">
      <dgm:prSet phldrT="[Text]" phldr="0"/>
      <dgm:spPr/>
      <dgm:t>
        <a:bodyPr/>
        <a:lstStyle/>
        <a:p>
          <a:pPr>
            <a:buNone/>
          </a:pPr>
          <a:r>
            <a:rPr lang="en-IN" b="1" dirty="0">
              <a:solidFill>
                <a:schemeClr val="tx1"/>
              </a:solidFill>
            </a:rPr>
            <a:t>Personalize Offers</a:t>
          </a:r>
        </a:p>
      </dgm:t>
    </dgm:pt>
    <dgm:pt modelId="{4171BB13-B157-41B7-97B9-BF531A1CC882}" type="parTrans" cxnId="{4C1BDB1C-7C6E-4B81-9F02-11C1366D7C80}">
      <dgm:prSet/>
      <dgm:spPr/>
      <dgm:t>
        <a:bodyPr/>
        <a:lstStyle/>
        <a:p>
          <a:endParaRPr lang="en-IN" b="1">
            <a:solidFill>
              <a:schemeClr val="tx1"/>
            </a:solidFill>
          </a:endParaRPr>
        </a:p>
      </dgm:t>
    </dgm:pt>
    <dgm:pt modelId="{D4B25A82-A2AA-4742-A710-0696FB00AE57}" type="sibTrans" cxnId="{4C1BDB1C-7C6E-4B81-9F02-11C1366D7C80}">
      <dgm:prSet/>
      <dgm:spPr/>
      <dgm:t>
        <a:bodyPr/>
        <a:lstStyle/>
        <a:p>
          <a:endParaRPr lang="en-IN" b="1" dirty="0">
            <a:solidFill>
              <a:schemeClr val="tx1"/>
            </a:solidFill>
          </a:endParaRPr>
        </a:p>
      </dgm:t>
    </dgm:pt>
    <dgm:pt modelId="{C1134191-2E33-4F64-978C-4F61C7618737}" type="pres">
      <dgm:prSet presAssocID="{1BBCDBC8-F8F9-48F7-8F21-5BF86BBA5965}" presName="Name0" presStyleCnt="0">
        <dgm:presLayoutVars>
          <dgm:dir/>
          <dgm:resizeHandles val="exact"/>
        </dgm:presLayoutVars>
      </dgm:prSet>
      <dgm:spPr/>
    </dgm:pt>
    <dgm:pt modelId="{2494A9AC-4CAB-4CF3-B1C5-7212B5487929}" type="pres">
      <dgm:prSet presAssocID="{4EA02C5D-69C4-4CE4-A7C6-81184FA8CD5B}" presName="node" presStyleLbl="node1" presStyleIdx="0" presStyleCnt="5">
        <dgm:presLayoutVars>
          <dgm:bulletEnabled val="1"/>
        </dgm:presLayoutVars>
      </dgm:prSet>
      <dgm:spPr/>
    </dgm:pt>
    <dgm:pt modelId="{777172CE-0922-4336-8B2B-CE5C16A74C82}" type="pres">
      <dgm:prSet presAssocID="{178F61BF-9DAA-4C88-B4B9-DE563550BF63}" presName="sibTrans" presStyleLbl="sibTrans2D1" presStyleIdx="0" presStyleCnt="4"/>
      <dgm:spPr/>
    </dgm:pt>
    <dgm:pt modelId="{2FE2CDDC-1660-48F4-8B1F-318B76FDE1BB}" type="pres">
      <dgm:prSet presAssocID="{178F61BF-9DAA-4C88-B4B9-DE563550BF63}" presName="connectorText" presStyleLbl="sibTrans2D1" presStyleIdx="0" presStyleCnt="4"/>
      <dgm:spPr/>
    </dgm:pt>
    <dgm:pt modelId="{8B004C7F-84FE-42B3-BBA8-9B7B9177B60E}" type="pres">
      <dgm:prSet presAssocID="{55225D55-9F10-4CFF-8472-2A0741302666}" presName="node" presStyleLbl="node1" presStyleIdx="1" presStyleCnt="5">
        <dgm:presLayoutVars>
          <dgm:bulletEnabled val="1"/>
        </dgm:presLayoutVars>
      </dgm:prSet>
      <dgm:spPr/>
    </dgm:pt>
    <dgm:pt modelId="{1DE8B0F3-3727-4F89-AFB6-7EC5ADE87354}" type="pres">
      <dgm:prSet presAssocID="{55362E84-2A7D-4DDA-AF94-F78F11F7EEA7}" presName="sibTrans" presStyleLbl="sibTrans2D1" presStyleIdx="1" presStyleCnt="4"/>
      <dgm:spPr/>
    </dgm:pt>
    <dgm:pt modelId="{A640AB9C-5065-4002-8739-38D4F26137E1}" type="pres">
      <dgm:prSet presAssocID="{55362E84-2A7D-4DDA-AF94-F78F11F7EEA7}" presName="connectorText" presStyleLbl="sibTrans2D1" presStyleIdx="1" presStyleCnt="4"/>
      <dgm:spPr/>
    </dgm:pt>
    <dgm:pt modelId="{687A8E94-E4F2-41E7-8261-BD90E886C4C9}" type="pres">
      <dgm:prSet presAssocID="{2827AC63-A3C1-4DF0-818A-519EC25DF153}" presName="node" presStyleLbl="node1" presStyleIdx="2" presStyleCnt="5">
        <dgm:presLayoutVars>
          <dgm:bulletEnabled val="1"/>
        </dgm:presLayoutVars>
      </dgm:prSet>
      <dgm:spPr/>
    </dgm:pt>
    <dgm:pt modelId="{1B867956-9023-4B63-A728-4ECD72F6270A}" type="pres">
      <dgm:prSet presAssocID="{DDBD4D8D-5C3B-4219-A9AD-7BCBE7527133}" presName="sibTrans" presStyleLbl="sibTrans2D1" presStyleIdx="2" presStyleCnt="4"/>
      <dgm:spPr/>
    </dgm:pt>
    <dgm:pt modelId="{6E9035B0-0F1F-4BA8-AFEE-35E9BCCF6DC4}" type="pres">
      <dgm:prSet presAssocID="{DDBD4D8D-5C3B-4219-A9AD-7BCBE7527133}" presName="connectorText" presStyleLbl="sibTrans2D1" presStyleIdx="2" presStyleCnt="4"/>
      <dgm:spPr/>
    </dgm:pt>
    <dgm:pt modelId="{4E995622-70D2-4537-8E55-A2BF93ABF0F4}" type="pres">
      <dgm:prSet presAssocID="{BD9C420C-6F95-4E21-8B30-72E130C11D39}" presName="node" presStyleLbl="node1" presStyleIdx="3" presStyleCnt="5">
        <dgm:presLayoutVars>
          <dgm:bulletEnabled val="1"/>
        </dgm:presLayoutVars>
      </dgm:prSet>
      <dgm:spPr/>
    </dgm:pt>
    <dgm:pt modelId="{F33230A1-6B07-4638-8DF1-1923950E1F19}" type="pres">
      <dgm:prSet presAssocID="{D4B25A82-A2AA-4742-A710-0696FB00AE57}" presName="sibTrans" presStyleLbl="sibTrans2D1" presStyleIdx="3" presStyleCnt="4"/>
      <dgm:spPr/>
    </dgm:pt>
    <dgm:pt modelId="{F91AE825-DFCA-4B05-9299-4708AC968338}" type="pres">
      <dgm:prSet presAssocID="{D4B25A82-A2AA-4742-A710-0696FB00AE57}" presName="connectorText" presStyleLbl="sibTrans2D1" presStyleIdx="3" presStyleCnt="4"/>
      <dgm:spPr/>
    </dgm:pt>
    <dgm:pt modelId="{850F86C8-6505-46A2-9938-7171C6054FFC}" type="pres">
      <dgm:prSet presAssocID="{426A5638-864A-4D62-912F-986E80D1F9D9}" presName="node" presStyleLbl="node1" presStyleIdx="4" presStyleCnt="5">
        <dgm:presLayoutVars>
          <dgm:bulletEnabled val="1"/>
        </dgm:presLayoutVars>
      </dgm:prSet>
      <dgm:spPr/>
    </dgm:pt>
  </dgm:ptLst>
  <dgm:cxnLst>
    <dgm:cxn modelId="{D8FA1718-4239-4A3B-BEA1-118B033AA492}" type="presOf" srcId="{4EA02C5D-69C4-4CE4-A7C6-81184FA8CD5B}" destId="{2494A9AC-4CAB-4CF3-B1C5-7212B5487929}" srcOrd="0" destOrd="0" presId="urn:microsoft.com/office/officeart/2005/8/layout/process1"/>
    <dgm:cxn modelId="{16E2FC19-BDFD-4797-9D79-5F1534055E95}" type="presOf" srcId="{2827AC63-A3C1-4DF0-818A-519EC25DF153}" destId="{687A8E94-E4F2-41E7-8261-BD90E886C4C9}" srcOrd="0" destOrd="0" presId="urn:microsoft.com/office/officeart/2005/8/layout/process1"/>
    <dgm:cxn modelId="{4C1BDB1C-7C6E-4B81-9F02-11C1366D7C80}" srcId="{1BBCDBC8-F8F9-48F7-8F21-5BF86BBA5965}" destId="{BD9C420C-6F95-4E21-8B30-72E130C11D39}" srcOrd="3" destOrd="0" parTransId="{4171BB13-B157-41B7-97B9-BF531A1CC882}" sibTransId="{D4B25A82-A2AA-4742-A710-0696FB00AE57}"/>
    <dgm:cxn modelId="{5526422E-01B7-4F0F-AE64-8D452ECFD76B}" type="presOf" srcId="{178F61BF-9DAA-4C88-B4B9-DE563550BF63}" destId="{777172CE-0922-4336-8B2B-CE5C16A74C82}" srcOrd="0" destOrd="0" presId="urn:microsoft.com/office/officeart/2005/8/layout/process1"/>
    <dgm:cxn modelId="{93CDE23E-D1A0-41D3-9490-C57167102F0C}" type="presOf" srcId="{55362E84-2A7D-4DDA-AF94-F78F11F7EEA7}" destId="{A640AB9C-5065-4002-8739-38D4F26137E1}" srcOrd="1" destOrd="0" presId="urn:microsoft.com/office/officeart/2005/8/layout/process1"/>
    <dgm:cxn modelId="{6D60D741-FA79-4E52-9739-CA2959841AC5}" type="presOf" srcId="{DDBD4D8D-5C3B-4219-A9AD-7BCBE7527133}" destId="{6E9035B0-0F1F-4BA8-AFEE-35E9BCCF6DC4}" srcOrd="1" destOrd="0" presId="urn:microsoft.com/office/officeart/2005/8/layout/process1"/>
    <dgm:cxn modelId="{C8562750-3912-424B-A011-78FFBC632F8F}" srcId="{1BBCDBC8-F8F9-48F7-8F21-5BF86BBA5965}" destId="{426A5638-864A-4D62-912F-986E80D1F9D9}" srcOrd="4" destOrd="0" parTransId="{5AFA0F55-09D7-4B06-8BAF-5D3DF1B09104}" sibTransId="{9364BFA3-578B-4F87-B25A-64155DC25187}"/>
    <dgm:cxn modelId="{4D785259-36A3-42AB-8C8C-77F67B93C18E}" type="presOf" srcId="{1BBCDBC8-F8F9-48F7-8F21-5BF86BBA5965}" destId="{C1134191-2E33-4F64-978C-4F61C7618737}" srcOrd="0" destOrd="0" presId="urn:microsoft.com/office/officeart/2005/8/layout/process1"/>
    <dgm:cxn modelId="{BDCF785A-3468-4FE4-91AC-8228A5C41A62}" type="presOf" srcId="{D4B25A82-A2AA-4742-A710-0696FB00AE57}" destId="{F91AE825-DFCA-4B05-9299-4708AC968338}" srcOrd="1" destOrd="0" presId="urn:microsoft.com/office/officeart/2005/8/layout/process1"/>
    <dgm:cxn modelId="{7E76927E-EDAE-476E-86B6-68BBA65B3DB8}" type="presOf" srcId="{426A5638-864A-4D62-912F-986E80D1F9D9}" destId="{850F86C8-6505-46A2-9938-7171C6054FFC}" srcOrd="0" destOrd="0" presId="urn:microsoft.com/office/officeart/2005/8/layout/process1"/>
    <dgm:cxn modelId="{445C2182-8C57-4108-9413-382061B60BC1}" type="presOf" srcId="{BD9C420C-6F95-4E21-8B30-72E130C11D39}" destId="{4E995622-70D2-4537-8E55-A2BF93ABF0F4}" srcOrd="0" destOrd="0" presId="urn:microsoft.com/office/officeart/2005/8/layout/process1"/>
    <dgm:cxn modelId="{07D8B383-4D00-435E-9BA5-A41FA1DCC7CE}" srcId="{1BBCDBC8-F8F9-48F7-8F21-5BF86BBA5965}" destId="{55225D55-9F10-4CFF-8472-2A0741302666}" srcOrd="1" destOrd="0" parTransId="{C59CE2EF-C100-4A80-B0EF-F59791F98684}" sibTransId="{55362E84-2A7D-4DDA-AF94-F78F11F7EEA7}"/>
    <dgm:cxn modelId="{DC7B4398-5C27-4EFB-8338-ADE9ECFFC209}" srcId="{1BBCDBC8-F8F9-48F7-8F21-5BF86BBA5965}" destId="{4EA02C5D-69C4-4CE4-A7C6-81184FA8CD5B}" srcOrd="0" destOrd="0" parTransId="{6F83246E-38A6-48AE-BD85-3B1F81A3592D}" sibTransId="{178F61BF-9DAA-4C88-B4B9-DE563550BF63}"/>
    <dgm:cxn modelId="{3D4F37A1-D70F-4FE3-8BA5-D7D899622058}" type="presOf" srcId="{D4B25A82-A2AA-4742-A710-0696FB00AE57}" destId="{F33230A1-6B07-4638-8DF1-1923950E1F19}" srcOrd="0" destOrd="0" presId="urn:microsoft.com/office/officeart/2005/8/layout/process1"/>
    <dgm:cxn modelId="{43C234A6-08A0-4581-8642-CC41D3863C20}" type="presOf" srcId="{DDBD4D8D-5C3B-4219-A9AD-7BCBE7527133}" destId="{1B867956-9023-4B63-A728-4ECD72F6270A}" srcOrd="0" destOrd="0" presId="urn:microsoft.com/office/officeart/2005/8/layout/process1"/>
    <dgm:cxn modelId="{DFF1DEB9-1EF3-4534-982A-2476F7A8508F}" type="presOf" srcId="{55225D55-9F10-4CFF-8472-2A0741302666}" destId="{8B004C7F-84FE-42B3-BBA8-9B7B9177B60E}" srcOrd="0" destOrd="0" presId="urn:microsoft.com/office/officeart/2005/8/layout/process1"/>
    <dgm:cxn modelId="{1597CCC1-DCA8-4ABA-B69F-0330811B23D2}" type="presOf" srcId="{55362E84-2A7D-4DDA-AF94-F78F11F7EEA7}" destId="{1DE8B0F3-3727-4F89-AFB6-7EC5ADE87354}" srcOrd="0" destOrd="0" presId="urn:microsoft.com/office/officeart/2005/8/layout/process1"/>
    <dgm:cxn modelId="{E0D8BDC4-3778-4938-9012-FB1ECA331C98}" srcId="{1BBCDBC8-F8F9-48F7-8F21-5BF86BBA5965}" destId="{2827AC63-A3C1-4DF0-818A-519EC25DF153}" srcOrd="2" destOrd="0" parTransId="{36A7E03F-5C4C-477F-B6E7-3AF2A732DA35}" sibTransId="{DDBD4D8D-5C3B-4219-A9AD-7BCBE7527133}"/>
    <dgm:cxn modelId="{420BFCD9-12F2-49D9-ABC2-038222B1611B}" type="presOf" srcId="{178F61BF-9DAA-4C88-B4B9-DE563550BF63}" destId="{2FE2CDDC-1660-48F4-8B1F-318B76FDE1BB}" srcOrd="1" destOrd="0" presId="urn:microsoft.com/office/officeart/2005/8/layout/process1"/>
    <dgm:cxn modelId="{B43F3AE2-2BFA-419B-BD54-3713F50C74A8}" type="presParOf" srcId="{C1134191-2E33-4F64-978C-4F61C7618737}" destId="{2494A9AC-4CAB-4CF3-B1C5-7212B5487929}" srcOrd="0" destOrd="0" presId="urn:microsoft.com/office/officeart/2005/8/layout/process1"/>
    <dgm:cxn modelId="{587144D9-C2AA-440C-A902-A8FE3594479D}" type="presParOf" srcId="{C1134191-2E33-4F64-978C-4F61C7618737}" destId="{777172CE-0922-4336-8B2B-CE5C16A74C82}" srcOrd="1" destOrd="0" presId="urn:microsoft.com/office/officeart/2005/8/layout/process1"/>
    <dgm:cxn modelId="{AE352B61-26C8-4EFC-A3DF-42515FB66D3B}" type="presParOf" srcId="{777172CE-0922-4336-8B2B-CE5C16A74C82}" destId="{2FE2CDDC-1660-48F4-8B1F-318B76FDE1BB}" srcOrd="0" destOrd="0" presId="urn:microsoft.com/office/officeart/2005/8/layout/process1"/>
    <dgm:cxn modelId="{E281FFA8-C4BD-4450-A2A5-E2F1A67600EA}" type="presParOf" srcId="{C1134191-2E33-4F64-978C-4F61C7618737}" destId="{8B004C7F-84FE-42B3-BBA8-9B7B9177B60E}" srcOrd="2" destOrd="0" presId="urn:microsoft.com/office/officeart/2005/8/layout/process1"/>
    <dgm:cxn modelId="{E99CD300-AB5C-4237-A293-BA2880395CF0}" type="presParOf" srcId="{C1134191-2E33-4F64-978C-4F61C7618737}" destId="{1DE8B0F3-3727-4F89-AFB6-7EC5ADE87354}" srcOrd="3" destOrd="0" presId="urn:microsoft.com/office/officeart/2005/8/layout/process1"/>
    <dgm:cxn modelId="{EDAC210D-8D95-47B8-BD13-05243AA327CE}" type="presParOf" srcId="{1DE8B0F3-3727-4F89-AFB6-7EC5ADE87354}" destId="{A640AB9C-5065-4002-8739-38D4F26137E1}" srcOrd="0" destOrd="0" presId="urn:microsoft.com/office/officeart/2005/8/layout/process1"/>
    <dgm:cxn modelId="{A9965BE5-585A-4DEE-AE69-1D7C27844362}" type="presParOf" srcId="{C1134191-2E33-4F64-978C-4F61C7618737}" destId="{687A8E94-E4F2-41E7-8261-BD90E886C4C9}" srcOrd="4" destOrd="0" presId="urn:microsoft.com/office/officeart/2005/8/layout/process1"/>
    <dgm:cxn modelId="{01603B68-8276-4346-ACC5-9E8C6CB064D4}" type="presParOf" srcId="{C1134191-2E33-4F64-978C-4F61C7618737}" destId="{1B867956-9023-4B63-A728-4ECD72F6270A}" srcOrd="5" destOrd="0" presId="urn:microsoft.com/office/officeart/2005/8/layout/process1"/>
    <dgm:cxn modelId="{8B35D4AC-3294-4785-9063-2B020172C939}" type="presParOf" srcId="{1B867956-9023-4B63-A728-4ECD72F6270A}" destId="{6E9035B0-0F1F-4BA8-AFEE-35E9BCCF6DC4}" srcOrd="0" destOrd="0" presId="urn:microsoft.com/office/officeart/2005/8/layout/process1"/>
    <dgm:cxn modelId="{0B79A9A2-CCAC-4B11-B6A0-249361A75828}" type="presParOf" srcId="{C1134191-2E33-4F64-978C-4F61C7618737}" destId="{4E995622-70D2-4537-8E55-A2BF93ABF0F4}" srcOrd="6" destOrd="0" presId="urn:microsoft.com/office/officeart/2005/8/layout/process1"/>
    <dgm:cxn modelId="{0EE10DD5-5140-42C3-8A06-C8820E7C84CD}" type="presParOf" srcId="{C1134191-2E33-4F64-978C-4F61C7618737}" destId="{F33230A1-6B07-4638-8DF1-1923950E1F19}" srcOrd="7" destOrd="0" presId="urn:microsoft.com/office/officeart/2005/8/layout/process1"/>
    <dgm:cxn modelId="{7FE0AD3B-5769-4C7B-BC44-BFDCD49FA2E9}" type="presParOf" srcId="{F33230A1-6B07-4638-8DF1-1923950E1F19}" destId="{F91AE825-DFCA-4B05-9299-4708AC968338}" srcOrd="0" destOrd="0" presId="urn:microsoft.com/office/officeart/2005/8/layout/process1"/>
    <dgm:cxn modelId="{6153837F-116C-439E-B6BB-CCD08274474F}" type="presParOf" srcId="{C1134191-2E33-4F64-978C-4F61C7618737}" destId="{850F86C8-6505-46A2-9938-7171C6054FF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790EF-4B9B-465D-8D5C-0B78A04D4060}">
      <dsp:nvSpPr>
        <dsp:cNvPr id="0" name=""/>
        <dsp:cNvSpPr/>
      </dsp:nvSpPr>
      <dsp:spPr>
        <a:xfrm>
          <a:off x="50097" y="443885"/>
          <a:ext cx="729351" cy="729351"/>
        </a:xfrm>
        <a:prstGeom prst="ellipse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2A256-083C-43FE-911A-3E96850D1720}">
      <dsp:nvSpPr>
        <dsp:cNvPr id="0" name=""/>
        <dsp:cNvSpPr/>
      </dsp:nvSpPr>
      <dsp:spPr>
        <a:xfrm>
          <a:off x="21089" y="1215506"/>
          <a:ext cx="787368" cy="149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800" b="1" kern="1200" dirty="0"/>
            <a:t>Akshit Jain</a:t>
          </a:r>
          <a:endParaRPr lang="en-IN" sz="800" kern="1200" dirty="0"/>
        </a:p>
      </dsp:txBody>
      <dsp:txXfrm>
        <a:off x="21089" y="1215506"/>
        <a:ext cx="787368" cy="149185"/>
      </dsp:txXfrm>
    </dsp:sp>
    <dsp:sp modelId="{02B0868B-229F-4856-AF9D-490EF4C6D503}">
      <dsp:nvSpPr>
        <dsp:cNvPr id="0" name=""/>
        <dsp:cNvSpPr/>
      </dsp:nvSpPr>
      <dsp:spPr>
        <a:xfrm>
          <a:off x="21089" y="1364692"/>
          <a:ext cx="787368" cy="124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ABA759-2555-4AC2-A37F-AEA471E45202}">
      <dsp:nvSpPr>
        <dsp:cNvPr id="0" name=""/>
        <dsp:cNvSpPr/>
      </dsp:nvSpPr>
      <dsp:spPr>
        <a:xfrm>
          <a:off x="910401" y="443885"/>
          <a:ext cx="729351" cy="729351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41BF07-BDE5-4476-9F2C-ED1B64F4740E}">
      <dsp:nvSpPr>
        <dsp:cNvPr id="0" name=""/>
        <dsp:cNvSpPr/>
      </dsp:nvSpPr>
      <dsp:spPr>
        <a:xfrm>
          <a:off x="881392" y="1215506"/>
          <a:ext cx="787368" cy="149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800" b="1" kern="1200" dirty="0"/>
            <a:t>Anshu Ranjan Maurya</a:t>
          </a:r>
          <a:endParaRPr lang="en-IN" sz="800" kern="1200" dirty="0"/>
        </a:p>
      </dsp:txBody>
      <dsp:txXfrm>
        <a:off x="881392" y="1215506"/>
        <a:ext cx="787368" cy="149185"/>
      </dsp:txXfrm>
    </dsp:sp>
    <dsp:sp modelId="{508B526F-52AA-4D74-97DB-38BE519C2725}">
      <dsp:nvSpPr>
        <dsp:cNvPr id="0" name=""/>
        <dsp:cNvSpPr/>
      </dsp:nvSpPr>
      <dsp:spPr>
        <a:xfrm>
          <a:off x="881392" y="1364692"/>
          <a:ext cx="787368" cy="124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5B7363-1F5F-467D-B1E2-760B7E8A0C19}">
      <dsp:nvSpPr>
        <dsp:cNvPr id="0" name=""/>
        <dsp:cNvSpPr/>
      </dsp:nvSpPr>
      <dsp:spPr>
        <a:xfrm>
          <a:off x="1770704" y="443885"/>
          <a:ext cx="729351" cy="729351"/>
        </a:xfrm>
        <a:prstGeom prst="ellipse">
          <a:avLst/>
        </a:prstGeom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1207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687E7D-BDBD-4FB3-A6BD-6E50DB775D87}">
      <dsp:nvSpPr>
        <dsp:cNvPr id="0" name=""/>
        <dsp:cNvSpPr/>
      </dsp:nvSpPr>
      <dsp:spPr>
        <a:xfrm>
          <a:off x="1741696" y="1215506"/>
          <a:ext cx="787368" cy="149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800" b="1" kern="1200" dirty="0"/>
            <a:t>Ajatshatru Singh Jodha</a:t>
          </a:r>
          <a:endParaRPr lang="en-IN" sz="800" kern="1200" dirty="0"/>
        </a:p>
      </dsp:txBody>
      <dsp:txXfrm>
        <a:off x="1741696" y="1215506"/>
        <a:ext cx="787368" cy="149185"/>
      </dsp:txXfrm>
    </dsp:sp>
    <dsp:sp modelId="{BD675D7E-927A-4026-BF62-5484303EB293}">
      <dsp:nvSpPr>
        <dsp:cNvPr id="0" name=""/>
        <dsp:cNvSpPr/>
      </dsp:nvSpPr>
      <dsp:spPr>
        <a:xfrm>
          <a:off x="1741696" y="1364692"/>
          <a:ext cx="787368" cy="124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33518B-275D-4859-9E28-08EA96760FE8}">
      <dsp:nvSpPr>
        <dsp:cNvPr id="0" name=""/>
        <dsp:cNvSpPr/>
      </dsp:nvSpPr>
      <dsp:spPr>
        <a:xfrm>
          <a:off x="480249" y="1513877"/>
          <a:ext cx="729351" cy="729351"/>
        </a:xfrm>
        <a:prstGeom prst="ellipse">
          <a:avLst/>
        </a:prstGeom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1207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AC119-0ECB-443E-B0BA-029D33FD8770}">
      <dsp:nvSpPr>
        <dsp:cNvPr id="0" name=""/>
        <dsp:cNvSpPr/>
      </dsp:nvSpPr>
      <dsp:spPr>
        <a:xfrm>
          <a:off x="451241" y="2285498"/>
          <a:ext cx="787368" cy="149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800" b="1" kern="1200" dirty="0"/>
            <a:t>Ayush Rai</a:t>
          </a:r>
          <a:endParaRPr lang="en-IN" sz="800" kern="1200" dirty="0"/>
        </a:p>
      </dsp:txBody>
      <dsp:txXfrm>
        <a:off x="451241" y="2285498"/>
        <a:ext cx="787368" cy="149185"/>
      </dsp:txXfrm>
    </dsp:sp>
    <dsp:sp modelId="{603C216C-A98F-429C-B617-1ADB08B0A9D2}">
      <dsp:nvSpPr>
        <dsp:cNvPr id="0" name=""/>
        <dsp:cNvSpPr/>
      </dsp:nvSpPr>
      <dsp:spPr>
        <a:xfrm>
          <a:off x="451241" y="2434683"/>
          <a:ext cx="787368" cy="124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E98F80-E354-4211-B148-6DCEB0EB7609}">
      <dsp:nvSpPr>
        <dsp:cNvPr id="0" name=""/>
        <dsp:cNvSpPr/>
      </dsp:nvSpPr>
      <dsp:spPr>
        <a:xfrm>
          <a:off x="1340552" y="1513877"/>
          <a:ext cx="729351" cy="729351"/>
        </a:xfrm>
        <a:prstGeom prst="ellipse">
          <a:avLst/>
        </a:prstGeom>
        <a:blipFill dpi="0" rotWithShape="1"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58DC44-B047-44C7-B796-0CCDBE8A208F}">
      <dsp:nvSpPr>
        <dsp:cNvPr id="0" name=""/>
        <dsp:cNvSpPr/>
      </dsp:nvSpPr>
      <dsp:spPr>
        <a:xfrm>
          <a:off x="1311544" y="2285498"/>
          <a:ext cx="787368" cy="149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800" b="1" kern="1200" dirty="0"/>
            <a:t>Aditya Pinjare</a:t>
          </a:r>
          <a:endParaRPr lang="en-IN" sz="800" kern="1200" dirty="0"/>
        </a:p>
      </dsp:txBody>
      <dsp:txXfrm>
        <a:off x="1311544" y="2285498"/>
        <a:ext cx="787368" cy="149185"/>
      </dsp:txXfrm>
    </dsp:sp>
    <dsp:sp modelId="{6DA81FE4-4881-49EB-B08C-81D1A2DE003D}">
      <dsp:nvSpPr>
        <dsp:cNvPr id="0" name=""/>
        <dsp:cNvSpPr/>
      </dsp:nvSpPr>
      <dsp:spPr>
        <a:xfrm>
          <a:off x="1311544" y="2434683"/>
          <a:ext cx="787368" cy="1243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4A9AC-4CAB-4CF3-B1C5-7212B5487929}">
      <dsp:nvSpPr>
        <dsp:cNvPr id="0" name=""/>
        <dsp:cNvSpPr/>
      </dsp:nvSpPr>
      <dsp:spPr>
        <a:xfrm>
          <a:off x="5134" y="106905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Collect Data</a:t>
          </a:r>
        </a:p>
      </dsp:txBody>
      <dsp:txXfrm>
        <a:off x="33106" y="134877"/>
        <a:ext cx="1535772" cy="899086"/>
      </dsp:txXfrm>
    </dsp:sp>
    <dsp:sp modelId="{777172CE-0922-4336-8B2B-CE5C16A74C82}">
      <dsp:nvSpPr>
        <dsp:cNvPr id="0" name=""/>
        <dsp:cNvSpPr/>
      </dsp:nvSpPr>
      <dsp:spPr>
        <a:xfrm>
          <a:off x="1756023" y="387048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1756023" y="465997"/>
        <a:ext cx="236210" cy="236847"/>
      </dsp:txXfrm>
    </dsp:sp>
    <dsp:sp modelId="{8B004C7F-84FE-42B3-BBA8-9B7B9177B60E}">
      <dsp:nvSpPr>
        <dsp:cNvPr id="0" name=""/>
        <dsp:cNvSpPr/>
      </dsp:nvSpPr>
      <dsp:spPr>
        <a:xfrm>
          <a:off x="2233538" y="106905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Predict</a:t>
          </a:r>
        </a:p>
      </dsp:txBody>
      <dsp:txXfrm>
        <a:off x="2261510" y="134877"/>
        <a:ext cx="1535772" cy="899086"/>
      </dsp:txXfrm>
    </dsp:sp>
    <dsp:sp modelId="{1DE8B0F3-3727-4F89-AFB6-7EC5ADE87354}">
      <dsp:nvSpPr>
        <dsp:cNvPr id="0" name=""/>
        <dsp:cNvSpPr/>
      </dsp:nvSpPr>
      <dsp:spPr>
        <a:xfrm>
          <a:off x="3984426" y="387048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3984426" y="465997"/>
        <a:ext cx="236210" cy="236847"/>
      </dsp:txXfrm>
    </dsp:sp>
    <dsp:sp modelId="{A1A3833B-4656-4C9F-BC8B-42B3617E3C81}">
      <dsp:nvSpPr>
        <dsp:cNvPr id="0" name=""/>
        <dsp:cNvSpPr/>
      </dsp:nvSpPr>
      <dsp:spPr>
        <a:xfrm>
          <a:off x="4461941" y="106905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Optimize</a:t>
          </a:r>
        </a:p>
      </dsp:txBody>
      <dsp:txXfrm>
        <a:off x="4489913" y="134877"/>
        <a:ext cx="1535772" cy="899086"/>
      </dsp:txXfrm>
    </dsp:sp>
    <dsp:sp modelId="{3ACD997B-9000-4A36-BE7D-494A16071656}">
      <dsp:nvSpPr>
        <dsp:cNvPr id="0" name=""/>
        <dsp:cNvSpPr/>
      </dsp:nvSpPr>
      <dsp:spPr>
        <a:xfrm>
          <a:off x="6212830" y="387048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212830" y="465997"/>
        <a:ext cx="236210" cy="236847"/>
      </dsp:txXfrm>
    </dsp:sp>
    <dsp:sp modelId="{687A8E94-E4F2-41E7-8261-BD90E886C4C9}">
      <dsp:nvSpPr>
        <dsp:cNvPr id="0" name=""/>
        <dsp:cNvSpPr/>
      </dsp:nvSpPr>
      <dsp:spPr>
        <a:xfrm>
          <a:off x="6690345" y="106905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Monitor</a:t>
          </a:r>
        </a:p>
      </dsp:txBody>
      <dsp:txXfrm>
        <a:off x="6718317" y="134877"/>
        <a:ext cx="1535772" cy="899086"/>
      </dsp:txXfrm>
    </dsp:sp>
    <dsp:sp modelId="{1B867956-9023-4B63-A728-4ECD72F6270A}">
      <dsp:nvSpPr>
        <dsp:cNvPr id="0" name=""/>
        <dsp:cNvSpPr/>
      </dsp:nvSpPr>
      <dsp:spPr>
        <a:xfrm>
          <a:off x="8441233" y="387048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8441233" y="465997"/>
        <a:ext cx="236210" cy="236847"/>
      </dsp:txXfrm>
    </dsp:sp>
    <dsp:sp modelId="{850F86C8-6505-46A2-9938-7171C6054FFC}">
      <dsp:nvSpPr>
        <dsp:cNvPr id="0" name=""/>
        <dsp:cNvSpPr/>
      </dsp:nvSpPr>
      <dsp:spPr>
        <a:xfrm>
          <a:off x="8918748" y="106905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Improve</a:t>
          </a:r>
        </a:p>
      </dsp:txBody>
      <dsp:txXfrm>
        <a:off x="8946720" y="134877"/>
        <a:ext cx="1535772" cy="8990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5D62DF-9E97-4304-AAAE-DDD0F9F06D4E}">
      <dsp:nvSpPr>
        <dsp:cNvPr id="0" name=""/>
        <dsp:cNvSpPr/>
      </dsp:nvSpPr>
      <dsp:spPr>
        <a:xfrm>
          <a:off x="5131" y="242322"/>
          <a:ext cx="1590902" cy="9545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Historical Data</a:t>
          </a:r>
        </a:p>
      </dsp:txBody>
      <dsp:txXfrm>
        <a:off x="33089" y="270280"/>
        <a:ext cx="1534986" cy="898625"/>
      </dsp:txXfrm>
    </dsp:sp>
    <dsp:sp modelId="{30924D9E-7A42-4472-96D7-5B91637A0773}">
      <dsp:nvSpPr>
        <dsp:cNvPr id="0" name=""/>
        <dsp:cNvSpPr/>
      </dsp:nvSpPr>
      <dsp:spPr>
        <a:xfrm>
          <a:off x="1755124" y="522321"/>
          <a:ext cx="337271" cy="394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b="1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1755124" y="601230"/>
        <a:ext cx="236090" cy="236725"/>
      </dsp:txXfrm>
    </dsp:sp>
    <dsp:sp modelId="{239CB4B9-3B44-4753-8B34-4B5AFE54F263}">
      <dsp:nvSpPr>
        <dsp:cNvPr id="0" name=""/>
        <dsp:cNvSpPr/>
      </dsp:nvSpPr>
      <dsp:spPr>
        <a:xfrm>
          <a:off x="2232395" y="242322"/>
          <a:ext cx="1590902" cy="9545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Predict Stockout Risk</a:t>
          </a:r>
        </a:p>
      </dsp:txBody>
      <dsp:txXfrm>
        <a:off x="2260353" y="270280"/>
        <a:ext cx="1534986" cy="898625"/>
      </dsp:txXfrm>
    </dsp:sp>
    <dsp:sp modelId="{818B9654-4971-4D25-90BE-2F77DE96FDA1}">
      <dsp:nvSpPr>
        <dsp:cNvPr id="0" name=""/>
        <dsp:cNvSpPr/>
      </dsp:nvSpPr>
      <dsp:spPr>
        <a:xfrm>
          <a:off x="3982388" y="522321"/>
          <a:ext cx="337271" cy="394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b="1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3982388" y="601230"/>
        <a:ext cx="236090" cy="236725"/>
      </dsp:txXfrm>
    </dsp:sp>
    <dsp:sp modelId="{B0A7B491-F156-4D4D-8DF2-F282B88C538A}">
      <dsp:nvSpPr>
        <dsp:cNvPr id="0" name=""/>
        <dsp:cNvSpPr/>
      </dsp:nvSpPr>
      <dsp:spPr>
        <a:xfrm>
          <a:off x="4459659" y="242322"/>
          <a:ext cx="1590902" cy="9545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Forecast Demand</a:t>
          </a:r>
        </a:p>
      </dsp:txBody>
      <dsp:txXfrm>
        <a:off x="4487617" y="270280"/>
        <a:ext cx="1534986" cy="898625"/>
      </dsp:txXfrm>
    </dsp:sp>
    <dsp:sp modelId="{2773F6DC-2A4F-444B-9807-4E4CD72ACDFD}">
      <dsp:nvSpPr>
        <dsp:cNvPr id="0" name=""/>
        <dsp:cNvSpPr/>
      </dsp:nvSpPr>
      <dsp:spPr>
        <a:xfrm>
          <a:off x="6209652" y="522321"/>
          <a:ext cx="337271" cy="394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b="1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209652" y="601230"/>
        <a:ext cx="236090" cy="236725"/>
      </dsp:txXfrm>
    </dsp:sp>
    <dsp:sp modelId="{FFFE2DC3-91A3-40F6-9796-EF09CCC3FA97}">
      <dsp:nvSpPr>
        <dsp:cNvPr id="0" name=""/>
        <dsp:cNvSpPr/>
      </dsp:nvSpPr>
      <dsp:spPr>
        <a:xfrm>
          <a:off x="6686923" y="242322"/>
          <a:ext cx="1590902" cy="9545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Optimize Reorders</a:t>
          </a:r>
        </a:p>
      </dsp:txBody>
      <dsp:txXfrm>
        <a:off x="6714881" y="270280"/>
        <a:ext cx="1534986" cy="898625"/>
      </dsp:txXfrm>
    </dsp:sp>
    <dsp:sp modelId="{00F8D79E-EA30-406E-8B8C-7DBAEB7148F9}">
      <dsp:nvSpPr>
        <dsp:cNvPr id="0" name=""/>
        <dsp:cNvSpPr/>
      </dsp:nvSpPr>
      <dsp:spPr>
        <a:xfrm>
          <a:off x="8436916" y="522321"/>
          <a:ext cx="337271" cy="39454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b="1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8436916" y="601230"/>
        <a:ext cx="236090" cy="236725"/>
      </dsp:txXfrm>
    </dsp:sp>
    <dsp:sp modelId="{73500B7B-A897-479B-88C5-72102223D133}">
      <dsp:nvSpPr>
        <dsp:cNvPr id="0" name=""/>
        <dsp:cNvSpPr/>
      </dsp:nvSpPr>
      <dsp:spPr>
        <a:xfrm>
          <a:off x="8914187" y="242322"/>
          <a:ext cx="1590902" cy="9545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Learn &amp; Improve</a:t>
          </a:r>
        </a:p>
      </dsp:txBody>
      <dsp:txXfrm>
        <a:off x="8942145" y="270280"/>
        <a:ext cx="1534986" cy="8986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4A9AC-4CAB-4CF3-B1C5-7212B5487929}">
      <dsp:nvSpPr>
        <dsp:cNvPr id="0" name=""/>
        <dsp:cNvSpPr/>
      </dsp:nvSpPr>
      <dsp:spPr>
        <a:xfrm>
          <a:off x="5134" y="106905"/>
          <a:ext cx="1591716" cy="9550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</a:rPr>
            <a:t>Collect Customer Data</a:t>
          </a:r>
        </a:p>
      </dsp:txBody>
      <dsp:txXfrm>
        <a:off x="33106" y="134877"/>
        <a:ext cx="1535772" cy="899086"/>
      </dsp:txXfrm>
    </dsp:sp>
    <dsp:sp modelId="{777172CE-0922-4336-8B2B-CE5C16A74C82}">
      <dsp:nvSpPr>
        <dsp:cNvPr id="0" name=""/>
        <dsp:cNvSpPr/>
      </dsp:nvSpPr>
      <dsp:spPr>
        <a:xfrm>
          <a:off x="1756023" y="387048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kern="1200" dirty="0">
            <a:solidFill>
              <a:schemeClr val="tx1"/>
            </a:solidFill>
          </a:endParaRPr>
        </a:p>
      </dsp:txBody>
      <dsp:txXfrm>
        <a:off x="1756023" y="465997"/>
        <a:ext cx="236210" cy="236847"/>
      </dsp:txXfrm>
    </dsp:sp>
    <dsp:sp modelId="{8B004C7F-84FE-42B3-BBA8-9B7B9177B60E}">
      <dsp:nvSpPr>
        <dsp:cNvPr id="0" name=""/>
        <dsp:cNvSpPr/>
      </dsp:nvSpPr>
      <dsp:spPr>
        <a:xfrm>
          <a:off x="2233538" y="106905"/>
          <a:ext cx="1591716" cy="9550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</a:rPr>
            <a:t>Analyse Behaviour</a:t>
          </a:r>
        </a:p>
      </dsp:txBody>
      <dsp:txXfrm>
        <a:off x="2261510" y="134877"/>
        <a:ext cx="1535772" cy="899086"/>
      </dsp:txXfrm>
    </dsp:sp>
    <dsp:sp modelId="{1DE8B0F3-3727-4F89-AFB6-7EC5ADE87354}">
      <dsp:nvSpPr>
        <dsp:cNvPr id="0" name=""/>
        <dsp:cNvSpPr/>
      </dsp:nvSpPr>
      <dsp:spPr>
        <a:xfrm>
          <a:off x="3984426" y="387048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kern="1200" dirty="0">
            <a:solidFill>
              <a:schemeClr val="tx1"/>
            </a:solidFill>
          </a:endParaRPr>
        </a:p>
      </dsp:txBody>
      <dsp:txXfrm>
        <a:off x="3984426" y="465997"/>
        <a:ext cx="236210" cy="236847"/>
      </dsp:txXfrm>
    </dsp:sp>
    <dsp:sp modelId="{687A8E94-E4F2-41E7-8261-BD90E886C4C9}">
      <dsp:nvSpPr>
        <dsp:cNvPr id="0" name=""/>
        <dsp:cNvSpPr/>
      </dsp:nvSpPr>
      <dsp:spPr>
        <a:xfrm>
          <a:off x="4461941" y="106905"/>
          <a:ext cx="1591716" cy="9550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</a:rPr>
            <a:t>Predict Churn</a:t>
          </a:r>
        </a:p>
      </dsp:txBody>
      <dsp:txXfrm>
        <a:off x="4489913" y="134877"/>
        <a:ext cx="1535772" cy="899086"/>
      </dsp:txXfrm>
    </dsp:sp>
    <dsp:sp modelId="{1B867956-9023-4B63-A728-4ECD72F6270A}">
      <dsp:nvSpPr>
        <dsp:cNvPr id="0" name=""/>
        <dsp:cNvSpPr/>
      </dsp:nvSpPr>
      <dsp:spPr>
        <a:xfrm>
          <a:off x="6212830" y="387048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kern="1200" dirty="0">
            <a:solidFill>
              <a:schemeClr val="tx1"/>
            </a:solidFill>
          </a:endParaRPr>
        </a:p>
      </dsp:txBody>
      <dsp:txXfrm>
        <a:off x="6212830" y="465997"/>
        <a:ext cx="236210" cy="236847"/>
      </dsp:txXfrm>
    </dsp:sp>
    <dsp:sp modelId="{4E995622-70D2-4537-8E55-A2BF93ABF0F4}">
      <dsp:nvSpPr>
        <dsp:cNvPr id="0" name=""/>
        <dsp:cNvSpPr/>
      </dsp:nvSpPr>
      <dsp:spPr>
        <a:xfrm>
          <a:off x="6690345" y="106905"/>
          <a:ext cx="1591716" cy="9550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</a:rPr>
            <a:t>Personalize Offers</a:t>
          </a:r>
        </a:p>
      </dsp:txBody>
      <dsp:txXfrm>
        <a:off x="6718317" y="134877"/>
        <a:ext cx="1535772" cy="899086"/>
      </dsp:txXfrm>
    </dsp:sp>
    <dsp:sp modelId="{F33230A1-6B07-4638-8DF1-1923950E1F19}">
      <dsp:nvSpPr>
        <dsp:cNvPr id="0" name=""/>
        <dsp:cNvSpPr/>
      </dsp:nvSpPr>
      <dsp:spPr>
        <a:xfrm>
          <a:off x="8441233" y="387048"/>
          <a:ext cx="337443" cy="3947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b="1" kern="1200" dirty="0">
            <a:solidFill>
              <a:schemeClr val="tx1"/>
            </a:solidFill>
          </a:endParaRPr>
        </a:p>
      </dsp:txBody>
      <dsp:txXfrm>
        <a:off x="8441233" y="465997"/>
        <a:ext cx="236210" cy="236847"/>
      </dsp:txXfrm>
    </dsp:sp>
    <dsp:sp modelId="{850F86C8-6505-46A2-9938-7171C6054FFC}">
      <dsp:nvSpPr>
        <dsp:cNvPr id="0" name=""/>
        <dsp:cNvSpPr/>
      </dsp:nvSpPr>
      <dsp:spPr>
        <a:xfrm>
          <a:off x="8918748" y="106905"/>
          <a:ext cx="1591716" cy="9550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>
              <a:solidFill>
                <a:schemeClr val="tx1"/>
              </a:solidFill>
            </a:rPr>
            <a:t>Measure &amp; Improve</a:t>
          </a:r>
        </a:p>
      </dsp:txBody>
      <dsp:txXfrm>
        <a:off x="8946720" y="134877"/>
        <a:ext cx="1535772" cy="899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MeetTheTeam">
  <dgm:title val=""/>
  <dgm:desc val=""/>
  <dgm:catLst>
    <dgm:cat type="meettheteam" pri="100"/>
    <dgm:cat type="pictureconvert" pri="31000"/>
  </dgm:catLst>
  <dgm:sampData>
    <dgm:dataModel>
      <dgm:ptLst>
        <dgm:pt modelId="0" type="doc"/>
        <dgm:pt modelId="10">
          <dgm:prSet phldrT="Name" phldr="1"/>
        </dgm:pt>
        <dgm:pt modelId="11">
          <dgm:prSet phldrT="Role" phldr="1"/>
        </dgm:pt>
        <dgm:pt modelId="20">
          <dgm:prSet phldrT="Name" phldr="1"/>
        </dgm:pt>
        <dgm:pt modelId="21">
          <dgm:prSet phldrT="Role" phldr="1"/>
        </dgm:pt>
        <dgm:pt modelId="30">
          <dgm:prSet phldrT="Name" phldr="1"/>
        </dgm:pt>
        <dgm:pt modelId="31">
          <dgm:prSet phldrT="Role" phldr="1"/>
        </dgm:pt>
        <dgm:pt modelId="40">
          <dgm:prSet phldrT="Name" phldr="1"/>
        </dgm:pt>
        <dgm:pt modelId="41">
          <dgm:prSet phldrT="Role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  <dgm:cxn modelId="106" srcId="0" destId="40" srcOrd="3" destOrd="0"/>
        <dgm:cxn modelId="107" srcId="40" destId="4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photoCircle" refType="w" fact="0.88"/>
          <dgm:constr type="h" for="ch" forName="photoCircle" refType="w" refFor="ch" refForName="photoCircle"/>
          <dgm:constr type="t" for="ch" forName="photoCircle"/>
          <dgm:constr type="ctrX" for="ch" forName="photoCircle" refType="w" fact="0.5"/>
          <dgm:constr type="h" for="ch" forName="spacer" refType="w" fact="0.051"/>
          <dgm:constr type="w" for="ch" forName="spacer" refType="w"/>
          <dgm:constr type="l" for="ch" forName="spacer"/>
          <dgm:constr type="t" for="ch" forName="spacer" refType="b" refFor="ch" refForName="photoCircle"/>
          <dgm:constr type="h" for="ch" forName="nameText" val="9"/>
          <dgm:constr type="w" for="ch" forName="nameText" refType="w" fact="0.95"/>
          <dgm:constr type="ctrX" for="ch" forName="nameText" refType="w" fact="0.5"/>
          <dgm:constr type="t" for="ch" forName="nameText" refType="b" refFor="ch" refForName="spacer"/>
          <dgm:constr type="h" for="ch" forName="roleText" val="7.5"/>
          <dgm:constr type="w" for="ch" forName="roleText" refType="w" fact="0.95"/>
          <dgm:constr type="ctrX" for="ch" forName="roleText" refType="w" fact="0.5"/>
          <dgm:constr type="t" for="ch" forName="roleText" refType="b" refFor="ch" refForName="nameText"/>
        </dgm:constrLst>
        <dgm:ruleLst>
          <dgm:rule type="h" val="INF" fact="NaN" max="NaN"/>
        </dgm:ruleLst>
        <dgm:layoutNode name="photoCircle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space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nameText" styleLbl="revTx">
          <dgm:varLst>
            <dgm:chMax val="1"/>
            <dgm:chPref val="1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  <dgm:layoutNode name="roleText" styleLbl="revTx">
          <dgm:varLst>
            <dgm:chMax val="0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BE63-E57D-DCF7-AF25-0BA5F9BD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93D580-BE09-D41F-DDC0-FEED15141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5C47-61EB-FFF8-255E-73715BC6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22121-FCE9-7F2C-886F-BC5A29309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E4975-C976-97BE-485D-DCE86B8F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6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3C24-7689-329D-D815-55E41BD4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C1DBE-B372-2FE9-136B-14DFBDA75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DEAB3-6633-B73C-38F9-2269BE6F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753AA-9E3B-DB9F-2BF2-1497EDEC2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FBBFE-491A-8AA3-2ED1-DBC16AAFC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630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D2A7-80EB-A695-F13E-F3AC305D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11227-E240-2BD8-E7DF-D2B55B666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A3555-978C-5BDD-CC4B-5A5A275E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3E35D-7722-3F78-A204-0BCA85C2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18FE8-E5C6-CE21-91F9-304AFF872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4712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CFEF-3F7F-AA4A-515F-CFC8F15B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50EE8-EF9A-FB2D-7415-BE980744C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9A7D0-C17D-8ED3-64FA-83411EC4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B3870-6C5D-2154-425C-E2B8ABE7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518D7-B2CD-FDDB-4BBD-42DC89DE5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E5D88-D352-5CB8-A8C5-8798E6ED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64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BCCE-54EF-2CCF-F41B-10C5EA1EE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F0DC8-C89E-3A4F-7F2C-2317576BD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BEDE9E-ABD4-B3AC-AF2B-7F9D4E76C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144CAE-B75A-3846-4FBB-5449E2B94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BC239C-E89A-0ADB-81C0-63F694D1C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CC3A69-02D6-D121-22D7-280BF762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7F809C-7344-0405-CC5D-A857E190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538BA3-B749-AD14-B6AD-4B9AFCC7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420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42E0-1995-9556-DC87-9AB633FB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9B71D-10D2-8A88-DBDA-5B54889E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CEDBE-DD05-4A2A-3D47-D6651427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15572-7ADA-FFE9-B253-83E85960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10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83074-1E01-2623-E450-4B454633E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37768-37C9-3A48-9960-785259EB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958B6-249A-39E8-ED7A-3E403103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6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A551F-A4DB-0DB0-A0C0-82812F216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DDFC8-3DB1-34BE-DEE5-BCBBDB91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574D3-92A4-7FDA-5A3E-043604E81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DB1A02-CE99-5AFE-FE58-F4CA1F02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C310C-C1BE-441F-7617-11E6D7FA5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BCE4F-85AE-61B9-C9A2-A6ADBB5D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432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9EF8-B0C8-D4E3-FE99-0E9C8C729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B1277-CC74-EDB4-A60F-76A8821BD40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0D2E8D-F6BF-BD01-1579-494CBB4C2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96701-CF83-91C1-5AC3-A9B5E7EA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5E0AD-FC01-1F21-B30F-06E9F825D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55F18-3E79-54DB-F6A0-84EAF245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91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B6114-314E-4E45-6A7D-A91C0C0F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C1E7C-28FD-447F-CE8C-48FE94FD7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CC20A-6971-1BD8-83AD-EB8D6396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700E6-481F-5CA9-E279-F1ADA7A2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0A9D-A459-EB82-007B-477C4218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131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10F664-0118-9910-6E1D-DF0AD4B46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935E5-6547-49C9-096E-9DF2B7058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6AD6-DB3F-F1A3-EA32-BC5BFD4B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F3D10-B818-573E-98FB-9AF323005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3046F-A383-BB2A-F623-D479DF34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41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B9DEB-E4B9-7500-3A3A-D32750C7A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73C8F-D83C-E1CA-C6F6-536995401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91F30-98CB-79D1-1E7F-A01E17BBC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54E2F-2B5C-4E7D-8CEA-F2C5CDB4AD65}" type="datetimeFigureOut">
              <a:rPr lang="en-IN" smtClean="0"/>
              <a:t>18-10-2026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DC17A-CA18-6DFA-5DDF-DCCF95EC2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8003B-139D-2B2F-AF26-00B38AB18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F6B3A-7D61-441C-AB68-65FED3C3A3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88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26C874-32A6-EEB4-17B8-F8B362701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72FAE3-DD01-D824-0580-B078EC1C781B}"/>
              </a:ext>
            </a:extLst>
          </p:cNvPr>
          <p:cNvSpPr txBox="1"/>
          <p:nvPr/>
        </p:nvSpPr>
        <p:spPr>
          <a:xfrm>
            <a:off x="779228" y="612250"/>
            <a:ext cx="7148222" cy="1961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2000"/>
              </a:lnSpc>
            </a:pPr>
            <a:r>
              <a:rPr lang="en-IN" sz="6600" kern="100" spc="-144" dirty="0">
                <a:latin typeface="Bahnschrift SemiLight" panose="020B0502040204020203" pitchFamily="34" charset="0"/>
                <a:ea typeface="Cambria Math" panose="02040503050406030204" pitchFamily="18" charset="0"/>
              </a:rPr>
              <a:t>E Commerce And AI Implementation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574713F-459A-6A85-BF14-D82A1DD08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2302312"/>
              </p:ext>
            </p:extLst>
          </p:nvPr>
        </p:nvGraphicFramePr>
        <p:xfrm>
          <a:off x="193046" y="4284573"/>
          <a:ext cx="2550154" cy="3002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21569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C751-07C4-E223-3284-611343F6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ahnschrift SemiLight" panose="020B0502040204020203" pitchFamily="34" charset="0"/>
              </a:rPr>
              <a:t>About the Sector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5E1C9-5EA5-BB5B-00B6-E56AED150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IN" b="1" dirty="0"/>
              <a:t>Rapid Growth</a:t>
            </a:r>
            <a:r>
              <a:rPr lang="en-IN" dirty="0"/>
              <a:t>: Expansion of online shopping through websites and mobile applications.</a:t>
            </a:r>
          </a:p>
          <a:p>
            <a:pPr lvl="0"/>
            <a:r>
              <a:rPr lang="en-IN" b="1" dirty="0"/>
              <a:t>Digital Transactions</a:t>
            </a:r>
            <a:r>
              <a:rPr lang="en-IN" dirty="0"/>
              <a:t>: Increasing use of UPI, digital wallets, cards, and online payment systems.</a:t>
            </a:r>
          </a:p>
          <a:p>
            <a:r>
              <a:rPr lang="en-IN" b="1" dirty="0"/>
              <a:t>Complex Supply Chains</a:t>
            </a:r>
            <a:r>
              <a:rPr lang="en-IN" dirty="0"/>
              <a:t>: Inventory management, warehousing, logistics, and last-mile delivery are critical operational activities.</a:t>
            </a:r>
          </a:p>
          <a:p>
            <a:r>
              <a:rPr lang="en-IN" b="1" dirty="0"/>
              <a:t>High Competition</a:t>
            </a:r>
            <a:r>
              <a:rPr lang="en-IN" dirty="0"/>
              <a:t>: Businesses compete on price, product availability, delivery speed, and customer loyalty.</a:t>
            </a:r>
          </a:p>
          <a:p>
            <a:r>
              <a:rPr lang="en-IN" b="1" dirty="0"/>
              <a:t>Role of AI and Analytics</a:t>
            </a:r>
            <a:r>
              <a:rPr lang="en-IN" dirty="0"/>
              <a:t>: Demand forecasting, recommendation systems, route optimization, and customer retention analytics support better decisions.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171FF4-84D7-C5A1-7CB7-1DD066190E4A}"/>
              </a:ext>
            </a:extLst>
          </p:cNvPr>
          <p:cNvCxnSpPr/>
          <p:nvPr/>
        </p:nvCxnSpPr>
        <p:spPr>
          <a:xfrm>
            <a:off x="838200" y="1563329"/>
            <a:ext cx="10515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666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343C-8AF7-B3A7-D0D1-670B4B9A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1" y="404881"/>
            <a:ext cx="6756888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408A86"/>
                </a:solidFill>
                <a:latin typeface="Bahnschrift SemiLight" panose="020B0502040204020203" pitchFamily="34" charset="0"/>
                <a:ea typeface="Yu Gothic UI" panose="020B0500000000000000" pitchFamily="34" charset="-128"/>
              </a:rPr>
              <a:t>Major Challenges of the Sector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144979-11DA-6CED-D0C1-4EB97D686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7131" y="2199336"/>
            <a:ext cx="786220" cy="7824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AF09E4-BA43-D3D4-062D-FF254DC37CA0}"/>
              </a:ext>
            </a:extLst>
          </p:cNvPr>
          <p:cNvSpPr txBox="1"/>
          <p:nvPr/>
        </p:nvSpPr>
        <p:spPr>
          <a:xfrm>
            <a:off x="2282025" y="2359704"/>
            <a:ext cx="5078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Inefficient Supply Chain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88F0DB-0482-1A65-C2BD-FD62E7F00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130" y="3468756"/>
            <a:ext cx="845597" cy="8414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A97495-04A1-804F-49D3-A8A5FD5C02C4}"/>
              </a:ext>
            </a:extLst>
          </p:cNvPr>
          <p:cNvSpPr txBox="1"/>
          <p:nvPr/>
        </p:nvSpPr>
        <p:spPr>
          <a:xfrm>
            <a:off x="2282025" y="3653063"/>
            <a:ext cx="5078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Poor Inventory Management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CBBCF0-8518-C482-10AD-0C318A738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131" y="4784908"/>
            <a:ext cx="845597" cy="8414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45439A-0942-B76F-392E-2379955F9086}"/>
              </a:ext>
            </a:extLst>
          </p:cNvPr>
          <p:cNvSpPr txBox="1"/>
          <p:nvPr/>
        </p:nvSpPr>
        <p:spPr>
          <a:xfrm>
            <a:off x="2282024" y="4974821"/>
            <a:ext cx="5193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Low Customer Retention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F4DB646-911A-075A-4F9F-B4FC1C59E8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00" y="0"/>
            <a:ext cx="4594302" cy="68580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1F70B5-8B2B-5D29-25E9-A6989C00EE6A}"/>
              </a:ext>
            </a:extLst>
          </p:cNvPr>
          <p:cNvCxnSpPr>
            <a:cxnSpLocks/>
          </p:cNvCxnSpPr>
          <p:nvPr/>
        </p:nvCxnSpPr>
        <p:spPr>
          <a:xfrm>
            <a:off x="838200" y="1563329"/>
            <a:ext cx="6319684" cy="0"/>
          </a:xfrm>
          <a:prstGeom prst="line">
            <a:avLst/>
          </a:prstGeom>
          <a:ln w="25400">
            <a:solidFill>
              <a:srgbClr val="408A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4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60137-04DF-E36D-F8FA-4D0677CEC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327897"/>
            <a:ext cx="5181600" cy="2060576"/>
          </a:xfr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</a:rPr>
              <a:t>Key Problems</a:t>
            </a:r>
            <a:endParaRPr lang="en-IN" sz="1800" b="1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Inefficient delivery routes</a:t>
            </a:r>
          </a:p>
          <a:p>
            <a:r>
              <a:rPr lang="en-IN" sz="1800" dirty="0">
                <a:solidFill>
                  <a:schemeClr val="bg1"/>
                </a:solidFill>
              </a:rPr>
              <a:t>Warehouse bottlenecks</a:t>
            </a:r>
          </a:p>
          <a:p>
            <a:r>
              <a:rPr lang="en-IN" sz="1800" dirty="0">
                <a:solidFill>
                  <a:schemeClr val="bg1"/>
                </a:solidFill>
              </a:rPr>
              <a:t>Poor inventory coordination</a:t>
            </a:r>
          </a:p>
          <a:p>
            <a:r>
              <a:rPr lang="en-IN" sz="1800" dirty="0">
                <a:solidFill>
                  <a:schemeClr val="bg1"/>
                </a:solidFill>
              </a:rPr>
              <a:t>Unpredictable delivery delays</a:t>
            </a:r>
          </a:p>
          <a:p>
            <a:r>
              <a:rPr lang="en-IN" sz="1800" dirty="0">
                <a:solidFill>
                  <a:schemeClr val="bg1"/>
                </a:solidFill>
              </a:rPr>
              <a:t>Underutilized vehicles and staff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348B3-F7F5-5952-B7BB-151DC769D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4" y="1327897"/>
            <a:ext cx="5181600" cy="2060576"/>
          </a:xfr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</a:rPr>
              <a:t>AI Solutions</a:t>
            </a:r>
          </a:p>
          <a:p>
            <a:r>
              <a:rPr lang="en-IN" sz="1600" dirty="0">
                <a:solidFill>
                  <a:schemeClr val="bg1"/>
                </a:solidFill>
              </a:rPr>
              <a:t>Route optimization algorithms</a:t>
            </a:r>
          </a:p>
          <a:p>
            <a:r>
              <a:rPr lang="en-IN" sz="1600" dirty="0">
                <a:solidFill>
                  <a:schemeClr val="bg1"/>
                </a:solidFill>
              </a:rPr>
              <a:t>Predictive analytics for warehouses</a:t>
            </a:r>
          </a:p>
          <a:p>
            <a:r>
              <a:rPr lang="en-IN" sz="1600" dirty="0">
                <a:solidFill>
                  <a:schemeClr val="bg1"/>
                </a:solidFill>
              </a:rPr>
              <a:t>Demand forecasting</a:t>
            </a:r>
          </a:p>
          <a:p>
            <a:r>
              <a:rPr lang="en-IN" sz="1600" dirty="0">
                <a:solidFill>
                  <a:schemeClr val="bg1"/>
                </a:solidFill>
              </a:rPr>
              <a:t>ML-based delivery time prediction</a:t>
            </a:r>
          </a:p>
          <a:p>
            <a:r>
              <a:rPr lang="en-IN" sz="1600" dirty="0">
                <a:solidFill>
                  <a:schemeClr val="bg1"/>
                </a:solidFill>
              </a:rPr>
              <a:t>Intelligent resource allocation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ED82912-B5BD-777A-7096-A905BD0FA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462"/>
            <a:ext cx="10515600" cy="639082"/>
          </a:xfrm>
        </p:spPr>
        <p:txBody>
          <a:bodyPr>
            <a:no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Bahnschrift SemiLight" panose="020B0502040204020203" pitchFamily="34" charset="0"/>
              </a:rPr>
              <a:t>AI-POWERED E-COMMERCE SUPPLY CHAIN</a:t>
            </a:r>
            <a:br>
              <a:rPr lang="en-IN" sz="2000" b="1" dirty="0">
                <a:solidFill>
                  <a:schemeClr val="bg1"/>
                </a:solidFill>
                <a:latin typeface="Bahnschrift SemiLight" panose="020B0502040204020203" pitchFamily="34" charset="0"/>
              </a:rPr>
            </a:br>
            <a:r>
              <a:rPr lang="en-IN" sz="2000" b="1" dirty="0">
                <a:solidFill>
                  <a:schemeClr val="bg1"/>
                </a:solidFill>
                <a:latin typeface="Bahnschrift SemiLight" panose="020B0502040204020203" pitchFamily="34" charset="0"/>
              </a:rPr>
              <a:t>Transforming logistics through intelligent automation and predictive analytics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BC05637-50C3-9E62-1478-D7BCA48996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2025414"/>
              </p:ext>
            </p:extLst>
          </p:nvPr>
        </p:nvGraphicFramePr>
        <p:xfrm>
          <a:off x="838200" y="3653882"/>
          <a:ext cx="10515600" cy="1168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8FFDF5B-1835-777B-D468-9F37E5E80951}"/>
              </a:ext>
            </a:extLst>
          </p:cNvPr>
          <p:cNvSpPr txBox="1"/>
          <p:nvPr/>
        </p:nvSpPr>
        <p:spPr>
          <a:xfrm>
            <a:off x="838200" y="5353542"/>
            <a:ext cx="10515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Expected Impact &amp; Success Metrics</a:t>
            </a:r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↓ Delivery time and logistics cost			↑ On-time delivery rate</a:t>
            </a:r>
          </a:p>
          <a:p>
            <a:r>
              <a:rPr lang="en-IN" sz="1600" dirty="0">
                <a:solidFill>
                  <a:schemeClr val="bg1"/>
                </a:solidFill>
              </a:rPr>
              <a:t>↓ Order fulfilment time				↑ Vehicle capacity utilization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73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5443F-0D43-B4CB-7C98-467C44811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0222" cy="660593"/>
          </a:xfrm>
        </p:spPr>
        <p:txBody>
          <a:bodyPr>
            <a:no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latin typeface="Bahnschrift SemiLight" panose="020B0502040204020203" pitchFamily="34" charset="0"/>
              </a:rPr>
              <a:t>AI-Powered E-commerce Inventory Management</a:t>
            </a:r>
            <a:br>
              <a:rPr lang="en-IN" sz="2000" b="1" dirty="0">
                <a:solidFill>
                  <a:schemeClr val="bg1"/>
                </a:solidFill>
                <a:latin typeface="Bahnschrift SemiLight" panose="020B0502040204020203" pitchFamily="34" charset="0"/>
              </a:rPr>
            </a:br>
            <a:r>
              <a:rPr lang="en-IN" sz="2000" b="1" dirty="0">
                <a:solidFill>
                  <a:schemeClr val="bg1"/>
                </a:solidFill>
                <a:latin typeface="Bahnschrift SemiLight" panose="020B0502040204020203" pitchFamily="34" charset="0"/>
              </a:rPr>
              <a:t>Predicting demand, preventing stockouts, and optimizing replenishment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D543-DFBB-CA04-3EBE-88FEC5A73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69033"/>
            <a:ext cx="5178950" cy="21599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</a:rPr>
              <a:t>Key Problems</a:t>
            </a:r>
          </a:p>
          <a:p>
            <a:pPr lvl="0"/>
            <a:r>
              <a:rPr lang="en-IN" sz="1800" dirty="0">
                <a:solidFill>
                  <a:schemeClr val="bg1"/>
                </a:solidFill>
              </a:rPr>
              <a:t>Stockouts: Lost sales and customer dissatisfaction.</a:t>
            </a:r>
          </a:p>
          <a:p>
            <a:pPr lvl="0"/>
            <a:r>
              <a:rPr lang="en-IN" sz="1800" dirty="0">
                <a:solidFill>
                  <a:schemeClr val="bg1"/>
                </a:solidFill>
              </a:rPr>
              <a:t>Overstocking: Higher storage costs and unsold products.</a:t>
            </a:r>
          </a:p>
          <a:p>
            <a:pPr lvl="0"/>
            <a:r>
              <a:rPr lang="en-IN" sz="1800" dirty="0">
                <a:solidFill>
                  <a:schemeClr val="bg1"/>
                </a:solidFill>
              </a:rPr>
              <a:t>Uncertain demand: Difficulty estimating future sales.</a:t>
            </a:r>
          </a:p>
          <a:p>
            <a:pPr lvl="0"/>
            <a:r>
              <a:rPr lang="en-IN" sz="1800" dirty="0">
                <a:solidFill>
                  <a:schemeClr val="bg1"/>
                </a:solidFill>
              </a:rPr>
              <a:t>Seasonal fluctuations: Demand spikes can cause shortages.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C3588-DDC4-2906-FD38-A69FA1C27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69033"/>
            <a:ext cx="5252422" cy="21599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700" b="1" dirty="0">
                <a:solidFill>
                  <a:schemeClr val="bg1"/>
                </a:solidFill>
              </a:rPr>
              <a:t>AI Solutions</a:t>
            </a:r>
          </a:p>
          <a:p>
            <a:pPr lvl="0"/>
            <a:r>
              <a:rPr lang="en-IN" sz="1700" dirty="0">
                <a:solidFill>
                  <a:schemeClr val="bg1"/>
                </a:solidFill>
              </a:rPr>
              <a:t>Supervised ML: Predicts stockout risk.</a:t>
            </a:r>
          </a:p>
          <a:p>
            <a:pPr lvl="0"/>
            <a:r>
              <a:rPr lang="en-IN" sz="1700" dirty="0">
                <a:solidFill>
                  <a:schemeClr val="bg1"/>
                </a:solidFill>
              </a:rPr>
              <a:t>Regression: Estimates units likely to sell.</a:t>
            </a:r>
          </a:p>
          <a:p>
            <a:pPr lvl="0"/>
            <a:r>
              <a:rPr lang="en-IN" sz="1700" dirty="0">
                <a:solidFill>
                  <a:schemeClr val="bg1"/>
                </a:solidFill>
              </a:rPr>
              <a:t>Time-series forecasting: Predicts trends and seasonal demand.</a:t>
            </a:r>
          </a:p>
          <a:p>
            <a:pPr lvl="0"/>
            <a:r>
              <a:rPr lang="en-IN" sz="1700" dirty="0">
                <a:solidFill>
                  <a:schemeClr val="bg1"/>
                </a:solidFill>
              </a:rPr>
              <a:t>Reinforcement learning: Improves reorder decisions over time.</a:t>
            </a:r>
          </a:p>
          <a:p>
            <a:pPr marL="0" indent="0">
              <a:buNone/>
            </a:pPr>
            <a:endParaRPr lang="en-IN" sz="1700" dirty="0">
              <a:solidFill>
                <a:schemeClr val="bg1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20805AC-5E7B-834E-CFF1-10BE5AD1F9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1354582"/>
              </p:ext>
            </p:extLst>
          </p:nvPr>
        </p:nvGraphicFramePr>
        <p:xfrm>
          <a:off x="838200" y="3490621"/>
          <a:ext cx="10510222" cy="1439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A374F87-B74D-63B2-7D29-3CC5B9E1C1F3}"/>
              </a:ext>
            </a:extLst>
          </p:cNvPr>
          <p:cNvSpPr txBox="1"/>
          <p:nvPr/>
        </p:nvSpPr>
        <p:spPr>
          <a:xfrm>
            <a:off x="612250" y="5112689"/>
            <a:ext cx="110626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Expected Business Impact</a:t>
            </a:r>
          </a:p>
          <a:p>
            <a:r>
              <a:rPr lang="en-IN" dirty="0">
                <a:solidFill>
                  <a:schemeClr val="bg1"/>
                </a:solidFill>
              </a:rPr>
              <a:t>↓ Stockouts and lost sales 			↑ Product availability during seasonal peaks	   </a:t>
            </a:r>
          </a:p>
          <a:p>
            <a:r>
              <a:rPr lang="en-IN" dirty="0">
                <a:solidFill>
                  <a:schemeClr val="bg1"/>
                </a:solidFill>
              </a:rPr>
              <a:t>↓ Storage and excess inventory costs		↑ Replenishment accuracy and working-capital efficiency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00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8A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605D63-DD70-BF49-198C-4B54316D6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837BC-3607-9A2D-C869-8977BA74A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1185393"/>
            <a:ext cx="5181600" cy="2060576"/>
          </a:xfr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softEdge rad="1778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Key Problems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High customer churn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Generic experiences.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Poor engagement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Customer dissatisfaction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Missed loyalty opportunities</a:t>
            </a:r>
          </a:p>
          <a:p>
            <a:pPr marL="0" indent="0">
              <a:buNone/>
            </a:pP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D5F29-67D7-8E5B-F487-BFF9E7B6E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177849"/>
            <a:ext cx="5181600" cy="2060576"/>
          </a:xfrm>
          <a:solidFill>
            <a:srgbClr val="8A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</a:rPr>
              <a:t>AI Solutions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Churn prediction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Recommendation systems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Customer segmentation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Sentiment analysis</a:t>
            </a:r>
          </a:p>
          <a:p>
            <a:pPr lvl="0"/>
            <a:r>
              <a:rPr lang="en-IN" sz="1600" dirty="0">
                <a:solidFill>
                  <a:schemeClr val="bg1"/>
                </a:solidFill>
              </a:rPr>
              <a:t>Personalized campaigns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9110FE-A11E-D3FA-DC07-BDA79282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498"/>
            <a:ext cx="10515600" cy="639082"/>
          </a:xfrm>
        </p:spPr>
        <p:txBody>
          <a:bodyPr>
            <a:no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Bahnschrift SemiLight" panose="020B0502040204020203" pitchFamily="34" charset="0"/>
              </a:rPr>
              <a:t>AI-Powered E-commerce Customer Retention</a:t>
            </a:r>
            <a:br>
              <a:rPr lang="en-IN" sz="1800" b="1" dirty="0">
                <a:solidFill>
                  <a:schemeClr val="bg1"/>
                </a:solidFill>
                <a:latin typeface="Bahnschrift SemiLight" panose="020B0502040204020203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Bahnschrift SemiLight" panose="020B0502040204020203" pitchFamily="34" charset="0"/>
              </a:rPr>
              <a:t>Turning customer insights into personalized experiences and long-term loyalty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98BAD58-1EBC-94AC-C852-FCED560B51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9228782"/>
              </p:ext>
            </p:extLst>
          </p:nvPr>
        </p:nvGraphicFramePr>
        <p:xfrm>
          <a:off x="838200" y="3542695"/>
          <a:ext cx="10515600" cy="1168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9747B4-65C7-7C9E-EF7C-A541DF170421}"/>
              </a:ext>
            </a:extLst>
          </p:cNvPr>
          <p:cNvSpPr txBox="1"/>
          <p:nvPr/>
        </p:nvSpPr>
        <p:spPr>
          <a:xfrm>
            <a:off x="838200" y="5176298"/>
            <a:ext cx="105156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Expected Business Impact &amp; KPIs</a:t>
            </a:r>
          </a:p>
          <a:p>
            <a:r>
              <a:rPr lang="en-IN" sz="1600" dirty="0">
                <a:solidFill>
                  <a:schemeClr val="bg1"/>
                </a:solidFill>
              </a:rPr>
              <a:t>↓ Customer churn rate			↑ Customer lifetime value (CLV)</a:t>
            </a:r>
          </a:p>
          <a:p>
            <a:r>
              <a:rPr lang="en-IN" sz="1600" dirty="0">
                <a:solidFill>
                  <a:schemeClr val="bg1"/>
                </a:solidFill>
              </a:rPr>
              <a:t>					↑ Customer satisfaction and engagement	</a:t>
            </a:r>
          </a:p>
          <a:p>
            <a:r>
              <a:rPr lang="en-IN" sz="1600" dirty="0">
                <a:solidFill>
                  <a:schemeClr val="bg1"/>
                </a:solidFill>
              </a:rPr>
              <a:t>					↑ Repeat purchase rate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05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CF78-192D-639E-401E-FBAB7BD60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Bahnschrift SemiLight" panose="020B0502040204020203" pitchFamily="34" charset="0"/>
              </a:rPr>
              <a:t>AI impact on the E Commerce Sector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E00E2-C0CA-DFA4-047C-30062C14A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21107"/>
            <a:ext cx="7855533" cy="517176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D89977-AF83-9668-A4D8-6B251187A434}"/>
              </a:ext>
            </a:extLst>
          </p:cNvPr>
          <p:cNvCxnSpPr/>
          <p:nvPr/>
        </p:nvCxnSpPr>
        <p:spPr>
          <a:xfrm>
            <a:off x="838200" y="1081548"/>
            <a:ext cx="105156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081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DAED-8016-3B9F-C76B-68D21AC3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98342" cy="1325563"/>
          </a:xfrm>
        </p:spPr>
        <p:txBody>
          <a:bodyPr/>
          <a:lstStyle/>
          <a:p>
            <a:r>
              <a:rPr lang="en-IN" b="1" dirty="0">
                <a:solidFill>
                  <a:srgbClr val="CD3F34"/>
                </a:solidFill>
                <a:latin typeface="Bahnschrift SemiLight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F8861-8F37-B5D7-7E49-4B121E750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73877" cy="4351338"/>
          </a:xfrm>
        </p:spPr>
        <p:txBody>
          <a:bodyPr>
            <a:normAutofit lnSpcReduction="10000"/>
          </a:bodyPr>
          <a:lstStyle/>
          <a:p>
            <a:pPr lvl="0"/>
            <a:r>
              <a:rPr lang="en-IN" b="1" dirty="0"/>
              <a:t>AI Transformation</a:t>
            </a:r>
            <a:r>
              <a:rPr lang="en-IN" dirty="0"/>
              <a:t>: Smarter, data-driven decisions.</a:t>
            </a:r>
          </a:p>
          <a:p>
            <a:pPr lvl="0"/>
            <a:r>
              <a:rPr lang="en-IN" b="1" dirty="0"/>
              <a:t>Efficient Operations</a:t>
            </a:r>
            <a:r>
              <a:rPr lang="en-IN" dirty="0"/>
              <a:t>: Lower costs and faster deliveries.</a:t>
            </a:r>
          </a:p>
          <a:p>
            <a:pPr lvl="0"/>
            <a:r>
              <a:rPr lang="en-IN" b="1" dirty="0"/>
              <a:t>Customer Loyalty</a:t>
            </a:r>
            <a:r>
              <a:rPr lang="en-IN" dirty="0"/>
              <a:t>: Better personalization and retention.</a:t>
            </a:r>
          </a:p>
          <a:p>
            <a:pPr lvl="0"/>
            <a:r>
              <a:rPr lang="en-IN" b="1" dirty="0"/>
              <a:t>Higher Profitability</a:t>
            </a:r>
            <a:r>
              <a:rPr lang="en-IN" dirty="0"/>
              <a:t>: Improved efficiency and growth.</a:t>
            </a:r>
          </a:p>
          <a:p>
            <a:pPr lvl="0"/>
            <a:r>
              <a:rPr lang="en-IN" b="1" dirty="0"/>
              <a:t>Continuous Improvement</a:t>
            </a:r>
            <a:r>
              <a:rPr lang="en-IN" dirty="0"/>
              <a:t>: KPI-based performance monitoring.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0A98A-8E9C-11F3-DEB8-F0B475E18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8926" y="0"/>
            <a:ext cx="4473074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AAFC7-E28E-5069-02F9-E7C15A8FBB7D}"/>
              </a:ext>
            </a:extLst>
          </p:cNvPr>
          <p:cNvCxnSpPr>
            <a:cxnSpLocks/>
          </p:cNvCxnSpPr>
          <p:nvPr/>
        </p:nvCxnSpPr>
        <p:spPr>
          <a:xfrm>
            <a:off x="838200" y="1474838"/>
            <a:ext cx="6221361" cy="0"/>
          </a:xfrm>
          <a:prstGeom prst="line">
            <a:avLst/>
          </a:prstGeom>
          <a:ln w="25400">
            <a:solidFill>
              <a:srgbClr val="BA3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064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C797C-CD53-65B5-E3C7-6D4EBAECE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833"/>
            <a:ext cx="12192000" cy="69612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A4A49F-32D9-DD5A-01F9-495A27E47832}"/>
              </a:ext>
            </a:extLst>
          </p:cNvPr>
          <p:cNvSpPr txBox="1"/>
          <p:nvPr/>
        </p:nvSpPr>
        <p:spPr>
          <a:xfrm>
            <a:off x="3549443" y="2330244"/>
            <a:ext cx="64892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b="1" dirty="0">
                <a:solidFill>
                  <a:schemeClr val="bg1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Bahnschrift SemiLight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27568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481</Words>
  <Application>Microsoft Office PowerPoint</Application>
  <PresentationFormat>Widescreen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Bahnschrift SemiLight</vt:lpstr>
      <vt:lpstr>Calibri</vt:lpstr>
      <vt:lpstr>Calibri Light</vt:lpstr>
      <vt:lpstr>Office Theme</vt:lpstr>
      <vt:lpstr>PowerPoint Presentation</vt:lpstr>
      <vt:lpstr>About the Sector</vt:lpstr>
      <vt:lpstr>Major Challenges of the Sector</vt:lpstr>
      <vt:lpstr>AI-POWERED E-COMMERCE SUPPLY CHAIN Transforming logistics through intelligent automation and predictive analytics</vt:lpstr>
      <vt:lpstr>AI-Powered E-commerce Inventory Management Predicting demand, preventing stockouts, and optimizing replenishment</vt:lpstr>
      <vt:lpstr>AI-Powered E-commerce Customer Retention Turning customer insights into personalized experiences and long-term loyalty</vt:lpstr>
      <vt:lpstr>AI impact on the E Commerce Sector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 Jain</dc:creator>
  <cp:lastModifiedBy>Akshit Jain</cp:lastModifiedBy>
  <cp:revision>11</cp:revision>
  <dcterms:created xsi:type="dcterms:W3CDTF">2026-10-18T05:42:19Z</dcterms:created>
  <dcterms:modified xsi:type="dcterms:W3CDTF">2026-10-18T13:49:48Z</dcterms:modified>
</cp:coreProperties>
</file>